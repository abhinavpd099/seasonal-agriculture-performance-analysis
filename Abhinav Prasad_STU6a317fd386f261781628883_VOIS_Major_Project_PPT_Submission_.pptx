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70" r:id="rId12"/>
    <p:sldId id="271" r:id="rId13"/>
    <p:sldId id="272" r:id="rId14"/>
    <p:sldId id="273" r:id="rId15"/>
    <p:sldId id="274" r:id="rId16"/>
    <p:sldId id="275" r:id="rId17"/>
    <p:sldId id="276" r:id="rId18"/>
    <p:sldId id="277" r:id="rId19"/>
    <p:sldId id="278" r:id="rId20"/>
    <p:sldId id="279" r:id="rId21"/>
    <p:sldId id="266" r:id="rId22"/>
    <p:sldId id="267" r:id="rId23"/>
    <p:sldId id="268" r:id="rId24"/>
    <p:sldId id="269" r:id="rId25"/>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78" d="100"/>
          <a:sy n="78" d="100"/>
        </p:scale>
        <p:origin x="850" y="62"/>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755332" y="385444"/>
            <a:ext cx="2444115" cy="758190"/>
          </a:xfrm>
          <a:prstGeom prst="rect">
            <a:avLst/>
          </a:prstGeom>
        </p:spPr>
        <p:txBody>
          <a:bodyPr wrap="square" lIns="0" tIns="0" rIns="0" bIns="0">
            <a:spAutoFit/>
          </a:bodyPr>
          <a:lstStyle>
            <a:lvl1pPr>
              <a:defRPr sz="2900" b="1" i="0">
                <a:solidFill>
                  <a:schemeClr val="tx1"/>
                </a:solidFill>
                <a:latin typeface="Trebuchet MS"/>
                <a:cs typeface="Trebuchet MS"/>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2000" b="0" i="0">
                <a:solidFill>
                  <a:srgbClr val="404040"/>
                </a:solidFill>
                <a:latin typeface="Trebuchet MS"/>
                <a:cs typeface="Trebuchet M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9/14/2026</a:t>
            </a:fld>
            <a:endParaRPr lang="en-US"/>
          </a:p>
        </p:txBody>
      </p:sp>
      <p:sp>
        <p:nvSpPr>
          <p:cNvPr id="6" name="Holder 6"/>
          <p:cNvSpPr>
            <a:spLocks noGrp="1"/>
          </p:cNvSpPr>
          <p:nvPr>
            <p:ph type="sldNum" sz="quarter" idx="7"/>
          </p:nvPr>
        </p:nvSpPr>
        <p:spPr/>
        <p:txBody>
          <a:bodyPr lIns="0" tIns="0" rIns="0" bIns="0"/>
          <a:lstStyle>
            <a:lvl1pPr>
              <a:defRPr sz="1100" b="0" i="0">
                <a:solidFill>
                  <a:srgbClr val="2D936B"/>
                </a:solidFill>
                <a:latin typeface="Trebuchet MS"/>
                <a:cs typeface="Trebuchet MS"/>
              </a:defRPr>
            </a:lvl1pPr>
          </a:lstStyle>
          <a:p>
            <a:pPr marL="110489">
              <a:lnSpc>
                <a:spcPct val="100000"/>
              </a:lnSpc>
              <a:spcBef>
                <a:spcPts val="55"/>
              </a:spcBef>
            </a:pPr>
            <a:fld id="{81D60167-4931-47E6-BA6A-407CBD079E47}" type="slidenum">
              <a:rPr spc="-50" dirty="0"/>
              <a:t>‹#›</a:t>
            </a:fld>
            <a:endParaRPr spc="-5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900" b="1" i="0">
                <a:solidFill>
                  <a:schemeClr val="tx1"/>
                </a:solidFill>
                <a:latin typeface="Trebuchet MS"/>
                <a:cs typeface="Trebuchet MS"/>
              </a:defRPr>
            </a:lvl1pPr>
          </a:lstStyle>
          <a:p>
            <a:endParaRPr/>
          </a:p>
        </p:txBody>
      </p:sp>
      <p:sp>
        <p:nvSpPr>
          <p:cNvPr id="3" name="Holder 3"/>
          <p:cNvSpPr>
            <a:spLocks noGrp="1"/>
          </p:cNvSpPr>
          <p:nvPr>
            <p:ph type="body" idx="1"/>
          </p:nvPr>
        </p:nvSpPr>
        <p:spPr/>
        <p:txBody>
          <a:bodyPr lIns="0" tIns="0" rIns="0" bIns="0"/>
          <a:lstStyle>
            <a:lvl1pPr>
              <a:defRPr sz="2000" b="0" i="0">
                <a:solidFill>
                  <a:srgbClr val="404040"/>
                </a:solidFill>
                <a:latin typeface="Trebuchet MS"/>
                <a:cs typeface="Trebuchet M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9/14/2026</a:t>
            </a:fld>
            <a:endParaRPr lang="en-US"/>
          </a:p>
        </p:txBody>
      </p:sp>
      <p:sp>
        <p:nvSpPr>
          <p:cNvPr id="6" name="Holder 6"/>
          <p:cNvSpPr>
            <a:spLocks noGrp="1"/>
          </p:cNvSpPr>
          <p:nvPr>
            <p:ph type="sldNum" sz="quarter" idx="7"/>
          </p:nvPr>
        </p:nvSpPr>
        <p:spPr/>
        <p:txBody>
          <a:bodyPr lIns="0" tIns="0" rIns="0" bIns="0"/>
          <a:lstStyle>
            <a:lvl1pPr>
              <a:defRPr sz="1100" b="0" i="0">
                <a:solidFill>
                  <a:srgbClr val="2D936B"/>
                </a:solidFill>
                <a:latin typeface="Trebuchet MS"/>
                <a:cs typeface="Trebuchet MS"/>
              </a:defRPr>
            </a:lvl1pPr>
          </a:lstStyle>
          <a:p>
            <a:pPr marL="110489">
              <a:lnSpc>
                <a:spcPct val="100000"/>
              </a:lnSpc>
              <a:spcBef>
                <a:spcPts val="55"/>
              </a:spcBef>
            </a:pPr>
            <a:fld id="{81D60167-4931-47E6-BA6A-407CBD079E47}" type="slidenum">
              <a:rPr spc="-50" dirty="0"/>
              <a:t>‹#›</a:t>
            </a:fld>
            <a:endParaRPr spc="-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900" b="1" i="0">
                <a:solidFill>
                  <a:schemeClr val="tx1"/>
                </a:solidFill>
                <a:latin typeface="Trebuchet MS"/>
                <a:cs typeface="Trebuchet M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9/14/2026</a:t>
            </a:fld>
            <a:endParaRPr lang="en-US"/>
          </a:p>
        </p:txBody>
      </p:sp>
      <p:sp>
        <p:nvSpPr>
          <p:cNvPr id="5" name="Holder 5"/>
          <p:cNvSpPr>
            <a:spLocks noGrp="1"/>
          </p:cNvSpPr>
          <p:nvPr>
            <p:ph type="sldNum" sz="quarter" idx="7"/>
          </p:nvPr>
        </p:nvSpPr>
        <p:spPr/>
        <p:txBody>
          <a:bodyPr lIns="0" tIns="0" rIns="0" bIns="0"/>
          <a:lstStyle>
            <a:lvl1pPr>
              <a:defRPr sz="1100" b="0" i="0">
                <a:solidFill>
                  <a:srgbClr val="2D936B"/>
                </a:solidFill>
                <a:latin typeface="Trebuchet MS"/>
                <a:cs typeface="Trebuchet MS"/>
              </a:defRPr>
            </a:lvl1pPr>
          </a:lstStyle>
          <a:p>
            <a:pPr marL="110489">
              <a:lnSpc>
                <a:spcPct val="100000"/>
              </a:lnSpc>
              <a:spcBef>
                <a:spcPts val="55"/>
              </a:spcBef>
            </a:pPr>
            <a:fld id="{81D60167-4931-47E6-BA6A-407CBD079E47}" type="slidenum">
              <a:rPr spc="-50" dirty="0"/>
              <a:t>‹#›</a:t>
            </a:fld>
            <a:endParaRPr spc="-5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7448609" y="4825"/>
            <a:ext cx="4743450" cy="6853555"/>
          </a:xfrm>
          <a:custGeom>
            <a:avLst/>
            <a:gdLst/>
            <a:ahLst/>
            <a:cxnLst/>
            <a:rect l="l" t="t" r="r" b="b"/>
            <a:pathLst>
              <a:path w="4743450" h="6853555">
                <a:moveTo>
                  <a:pt x="1928816" y="0"/>
                </a:moveTo>
                <a:lnTo>
                  <a:pt x="3147169" y="6853174"/>
                </a:lnTo>
              </a:path>
              <a:path w="4743450" h="6853555">
                <a:moveTo>
                  <a:pt x="4743390" y="3690070"/>
                </a:moveTo>
                <a:lnTo>
                  <a:pt x="0" y="6853174"/>
                </a:lnTo>
              </a:path>
            </a:pathLst>
          </a:custGeom>
          <a:ln w="9525">
            <a:solidFill>
              <a:srgbClr val="5FCAEE"/>
            </a:solidFill>
          </a:ln>
        </p:spPr>
        <p:txBody>
          <a:bodyPr wrap="square" lIns="0" tIns="0" rIns="0" bIns="0" rtlCol="0"/>
          <a:lstStyle/>
          <a:p>
            <a:endParaRPr/>
          </a:p>
        </p:txBody>
      </p:sp>
      <p:sp>
        <p:nvSpPr>
          <p:cNvPr id="17" name="bg object 17"/>
          <p:cNvSpPr/>
          <p:nvPr/>
        </p:nvSpPr>
        <p:spPr>
          <a:xfrm>
            <a:off x="9182100" y="0"/>
            <a:ext cx="3009900" cy="6858000"/>
          </a:xfrm>
          <a:custGeom>
            <a:avLst/>
            <a:gdLst/>
            <a:ahLst/>
            <a:cxnLst/>
            <a:rect l="l" t="t" r="r" b="b"/>
            <a:pathLst>
              <a:path w="3009900" h="6858000">
                <a:moveTo>
                  <a:pt x="3009900" y="0"/>
                </a:moveTo>
                <a:lnTo>
                  <a:pt x="2044400" y="0"/>
                </a:lnTo>
                <a:lnTo>
                  <a:pt x="0" y="6858000"/>
                </a:lnTo>
                <a:lnTo>
                  <a:pt x="3009900" y="6858000"/>
                </a:lnTo>
                <a:lnTo>
                  <a:pt x="3009900" y="0"/>
                </a:lnTo>
                <a:close/>
              </a:path>
            </a:pathLst>
          </a:custGeom>
          <a:solidFill>
            <a:srgbClr val="5FCAEE">
              <a:alpha val="36077"/>
            </a:srgbClr>
          </a:solidFill>
        </p:spPr>
        <p:txBody>
          <a:bodyPr wrap="square" lIns="0" tIns="0" rIns="0" bIns="0" rtlCol="0"/>
          <a:lstStyle/>
          <a:p>
            <a:endParaRPr/>
          </a:p>
        </p:txBody>
      </p:sp>
      <p:sp>
        <p:nvSpPr>
          <p:cNvPr id="18" name="bg object 18"/>
          <p:cNvSpPr/>
          <p:nvPr/>
        </p:nvSpPr>
        <p:spPr>
          <a:xfrm>
            <a:off x="9602878" y="0"/>
            <a:ext cx="2589530" cy="6858000"/>
          </a:xfrm>
          <a:custGeom>
            <a:avLst/>
            <a:gdLst/>
            <a:ahLst/>
            <a:cxnLst/>
            <a:rect l="l" t="t" r="r" b="b"/>
            <a:pathLst>
              <a:path w="2589529" h="6858000">
                <a:moveTo>
                  <a:pt x="2589120" y="0"/>
                </a:moveTo>
                <a:lnTo>
                  <a:pt x="0" y="0"/>
                </a:lnTo>
                <a:lnTo>
                  <a:pt x="1208884" y="6858000"/>
                </a:lnTo>
                <a:lnTo>
                  <a:pt x="2589120" y="6858000"/>
                </a:lnTo>
                <a:lnTo>
                  <a:pt x="2589120" y="0"/>
                </a:lnTo>
                <a:close/>
              </a:path>
            </a:pathLst>
          </a:custGeom>
          <a:solidFill>
            <a:srgbClr val="5FCAEE">
              <a:alpha val="19999"/>
            </a:srgbClr>
          </a:solidFill>
        </p:spPr>
        <p:txBody>
          <a:bodyPr wrap="square" lIns="0" tIns="0" rIns="0" bIns="0" rtlCol="0"/>
          <a:lstStyle/>
          <a:p>
            <a:endParaRPr/>
          </a:p>
        </p:txBody>
      </p:sp>
      <p:sp>
        <p:nvSpPr>
          <p:cNvPr id="19" name="bg object 19"/>
          <p:cNvSpPr/>
          <p:nvPr/>
        </p:nvSpPr>
        <p:spPr>
          <a:xfrm>
            <a:off x="8934450" y="3048000"/>
            <a:ext cx="3257550" cy="3810000"/>
          </a:xfrm>
          <a:custGeom>
            <a:avLst/>
            <a:gdLst/>
            <a:ahLst/>
            <a:cxnLst/>
            <a:rect l="l" t="t" r="r" b="b"/>
            <a:pathLst>
              <a:path w="3257550" h="3810000">
                <a:moveTo>
                  <a:pt x="3257550" y="0"/>
                </a:moveTo>
                <a:lnTo>
                  <a:pt x="0" y="3810000"/>
                </a:lnTo>
                <a:lnTo>
                  <a:pt x="3257550" y="3810000"/>
                </a:lnTo>
                <a:lnTo>
                  <a:pt x="3257550" y="0"/>
                </a:lnTo>
                <a:close/>
              </a:path>
            </a:pathLst>
          </a:custGeom>
          <a:solidFill>
            <a:srgbClr val="17AFE3">
              <a:alpha val="65881"/>
            </a:srgbClr>
          </a:solidFill>
        </p:spPr>
        <p:txBody>
          <a:bodyPr wrap="square" lIns="0" tIns="0" rIns="0" bIns="0" rtlCol="0"/>
          <a:lstStyle/>
          <a:p>
            <a:endParaRPr/>
          </a:p>
        </p:txBody>
      </p:sp>
      <p:sp>
        <p:nvSpPr>
          <p:cNvPr id="20" name="bg object 20"/>
          <p:cNvSpPr/>
          <p:nvPr/>
        </p:nvSpPr>
        <p:spPr>
          <a:xfrm>
            <a:off x="9337930" y="0"/>
            <a:ext cx="2854325" cy="6858000"/>
          </a:xfrm>
          <a:custGeom>
            <a:avLst/>
            <a:gdLst/>
            <a:ahLst/>
            <a:cxnLst/>
            <a:rect l="l" t="t" r="r" b="b"/>
            <a:pathLst>
              <a:path w="2854325" h="6858000">
                <a:moveTo>
                  <a:pt x="2854069" y="0"/>
                </a:moveTo>
                <a:lnTo>
                  <a:pt x="0" y="0"/>
                </a:lnTo>
                <a:lnTo>
                  <a:pt x="2470021" y="6858000"/>
                </a:lnTo>
                <a:lnTo>
                  <a:pt x="2854069" y="6858000"/>
                </a:lnTo>
                <a:lnTo>
                  <a:pt x="2854069" y="0"/>
                </a:lnTo>
                <a:close/>
              </a:path>
            </a:pathLst>
          </a:custGeom>
          <a:solidFill>
            <a:srgbClr val="17AFE3">
              <a:alpha val="50195"/>
            </a:srgbClr>
          </a:solidFill>
        </p:spPr>
        <p:txBody>
          <a:bodyPr wrap="square" lIns="0" tIns="0" rIns="0" bIns="0" rtlCol="0"/>
          <a:lstStyle/>
          <a:p>
            <a:endParaRPr/>
          </a:p>
        </p:txBody>
      </p:sp>
      <p:sp>
        <p:nvSpPr>
          <p:cNvPr id="21" name="bg object 21"/>
          <p:cNvSpPr/>
          <p:nvPr/>
        </p:nvSpPr>
        <p:spPr>
          <a:xfrm>
            <a:off x="10896600" y="0"/>
            <a:ext cx="1295400" cy="6858000"/>
          </a:xfrm>
          <a:custGeom>
            <a:avLst/>
            <a:gdLst/>
            <a:ahLst/>
            <a:cxnLst/>
            <a:rect l="l" t="t" r="r" b="b"/>
            <a:pathLst>
              <a:path w="1295400" h="6858000">
                <a:moveTo>
                  <a:pt x="1295400" y="0"/>
                </a:moveTo>
                <a:lnTo>
                  <a:pt x="1022453" y="0"/>
                </a:lnTo>
                <a:lnTo>
                  <a:pt x="0" y="6858000"/>
                </a:lnTo>
                <a:lnTo>
                  <a:pt x="1295400" y="6858000"/>
                </a:lnTo>
                <a:lnTo>
                  <a:pt x="1295400" y="0"/>
                </a:lnTo>
                <a:close/>
              </a:path>
            </a:pathLst>
          </a:custGeom>
          <a:solidFill>
            <a:srgbClr val="2D83C3">
              <a:alpha val="70195"/>
            </a:srgbClr>
          </a:solidFill>
        </p:spPr>
        <p:txBody>
          <a:bodyPr wrap="square" lIns="0" tIns="0" rIns="0" bIns="0" rtlCol="0"/>
          <a:lstStyle/>
          <a:p>
            <a:endParaRPr/>
          </a:p>
        </p:txBody>
      </p:sp>
      <p:sp>
        <p:nvSpPr>
          <p:cNvPr id="22" name="bg object 22"/>
          <p:cNvSpPr/>
          <p:nvPr/>
        </p:nvSpPr>
        <p:spPr>
          <a:xfrm>
            <a:off x="10936247" y="0"/>
            <a:ext cx="1256030" cy="6858000"/>
          </a:xfrm>
          <a:custGeom>
            <a:avLst/>
            <a:gdLst/>
            <a:ahLst/>
            <a:cxnLst/>
            <a:rect l="l" t="t" r="r" b="b"/>
            <a:pathLst>
              <a:path w="1256029" h="6858000">
                <a:moveTo>
                  <a:pt x="1255752" y="0"/>
                </a:moveTo>
                <a:lnTo>
                  <a:pt x="0" y="0"/>
                </a:lnTo>
                <a:lnTo>
                  <a:pt x="1114528" y="6858000"/>
                </a:lnTo>
                <a:lnTo>
                  <a:pt x="1255752" y="6857999"/>
                </a:lnTo>
                <a:lnTo>
                  <a:pt x="1255752" y="0"/>
                </a:lnTo>
                <a:close/>
              </a:path>
            </a:pathLst>
          </a:custGeom>
          <a:solidFill>
            <a:srgbClr val="226192">
              <a:alpha val="79998"/>
            </a:srgbClr>
          </a:solidFill>
        </p:spPr>
        <p:txBody>
          <a:bodyPr wrap="square" lIns="0" tIns="0" rIns="0" bIns="0" rtlCol="0"/>
          <a:lstStyle/>
          <a:p>
            <a:endParaRPr/>
          </a:p>
        </p:txBody>
      </p:sp>
      <p:sp>
        <p:nvSpPr>
          <p:cNvPr id="23" name="bg object 23"/>
          <p:cNvSpPr/>
          <p:nvPr/>
        </p:nvSpPr>
        <p:spPr>
          <a:xfrm>
            <a:off x="10372725" y="3590925"/>
            <a:ext cx="1819275" cy="3267075"/>
          </a:xfrm>
          <a:custGeom>
            <a:avLst/>
            <a:gdLst/>
            <a:ahLst/>
            <a:cxnLst/>
            <a:rect l="l" t="t" r="r" b="b"/>
            <a:pathLst>
              <a:path w="1819275" h="3267075">
                <a:moveTo>
                  <a:pt x="1819275" y="0"/>
                </a:moveTo>
                <a:lnTo>
                  <a:pt x="0" y="3267075"/>
                </a:lnTo>
                <a:lnTo>
                  <a:pt x="1819275" y="3267075"/>
                </a:lnTo>
                <a:lnTo>
                  <a:pt x="1819275" y="0"/>
                </a:lnTo>
                <a:close/>
              </a:path>
            </a:pathLst>
          </a:custGeom>
          <a:solidFill>
            <a:srgbClr val="17AFE3">
              <a:alpha val="65881"/>
            </a:srgbClr>
          </a:solidFill>
        </p:spPr>
        <p:txBody>
          <a:bodyPr wrap="square" lIns="0" tIns="0" rIns="0" bIns="0" rtlCol="0"/>
          <a:lstStyle/>
          <a:p>
            <a:endParaRPr/>
          </a:p>
        </p:txBody>
      </p:sp>
      <p:sp>
        <p:nvSpPr>
          <p:cNvPr id="24" name="bg object 24"/>
          <p:cNvSpPr/>
          <p:nvPr/>
        </p:nvSpPr>
        <p:spPr>
          <a:xfrm>
            <a:off x="0" y="4010025"/>
            <a:ext cx="447675" cy="2847975"/>
          </a:xfrm>
          <a:custGeom>
            <a:avLst/>
            <a:gdLst/>
            <a:ahLst/>
            <a:cxnLst/>
            <a:rect l="l" t="t" r="r" b="b"/>
            <a:pathLst>
              <a:path w="447675" h="2847975">
                <a:moveTo>
                  <a:pt x="0" y="0"/>
                </a:moveTo>
                <a:lnTo>
                  <a:pt x="0" y="2847975"/>
                </a:lnTo>
                <a:lnTo>
                  <a:pt x="447675" y="2847975"/>
                </a:lnTo>
                <a:lnTo>
                  <a:pt x="0" y="0"/>
                </a:lnTo>
                <a:close/>
              </a:path>
            </a:pathLst>
          </a:custGeom>
          <a:solidFill>
            <a:srgbClr val="5FCAEE">
              <a:alpha val="70195"/>
            </a:srgbClr>
          </a:solidFill>
        </p:spPr>
        <p:txBody>
          <a:bodyPr wrap="square" lIns="0" tIns="0" rIns="0" bIns="0" rtlCol="0"/>
          <a:lstStyle/>
          <a:p>
            <a:endParaRPr/>
          </a:p>
        </p:txBody>
      </p:sp>
      <p:sp>
        <p:nvSpPr>
          <p:cNvPr id="2" name="Holder 2"/>
          <p:cNvSpPr>
            <a:spLocks noGrp="1"/>
          </p:cNvSpPr>
          <p:nvPr>
            <p:ph type="title"/>
          </p:nvPr>
        </p:nvSpPr>
        <p:spPr>
          <a:xfrm>
            <a:off x="755332" y="394906"/>
            <a:ext cx="6297930" cy="910590"/>
          </a:xfrm>
          <a:prstGeom prst="rect">
            <a:avLst/>
          </a:prstGeom>
        </p:spPr>
        <p:txBody>
          <a:bodyPr wrap="square" lIns="0" tIns="0" rIns="0" bIns="0">
            <a:spAutoFit/>
          </a:bodyPr>
          <a:lstStyle>
            <a:lvl1pPr>
              <a:defRPr sz="2900" b="1" i="0">
                <a:solidFill>
                  <a:schemeClr val="tx1"/>
                </a:solidFill>
                <a:latin typeface="Trebuchet MS"/>
                <a:cs typeface="Trebuchet MS"/>
              </a:defRPr>
            </a:lvl1pPr>
          </a:lstStyle>
          <a:p>
            <a:endParaRPr/>
          </a:p>
        </p:txBody>
      </p:sp>
      <p:sp>
        <p:nvSpPr>
          <p:cNvPr id="3" name="Holder 3"/>
          <p:cNvSpPr>
            <a:spLocks noGrp="1"/>
          </p:cNvSpPr>
          <p:nvPr>
            <p:ph type="body" idx="1"/>
          </p:nvPr>
        </p:nvSpPr>
        <p:spPr>
          <a:xfrm>
            <a:off x="1126172" y="1834514"/>
            <a:ext cx="6210934" cy="3511550"/>
          </a:xfrm>
          <a:prstGeom prst="rect">
            <a:avLst/>
          </a:prstGeom>
        </p:spPr>
        <p:txBody>
          <a:bodyPr wrap="square" lIns="0" tIns="0" rIns="0" bIns="0">
            <a:spAutoFit/>
          </a:bodyPr>
          <a:lstStyle>
            <a:lvl1pPr>
              <a:defRPr sz="2000" b="0" i="0">
                <a:solidFill>
                  <a:srgbClr val="404040"/>
                </a:solidFill>
                <a:latin typeface="Trebuchet MS"/>
                <a:cs typeface="Trebuchet MS"/>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9/14/2026</a:t>
            </a:fld>
            <a:endParaRPr lang="en-US"/>
          </a:p>
        </p:txBody>
      </p:sp>
      <p:sp>
        <p:nvSpPr>
          <p:cNvPr id="6" name="Holder 6"/>
          <p:cNvSpPr>
            <a:spLocks noGrp="1"/>
          </p:cNvSpPr>
          <p:nvPr>
            <p:ph type="sldNum" sz="quarter" idx="7"/>
          </p:nvPr>
        </p:nvSpPr>
        <p:spPr>
          <a:xfrm>
            <a:off x="11280520" y="6473337"/>
            <a:ext cx="241300" cy="191770"/>
          </a:xfrm>
          <a:prstGeom prst="rect">
            <a:avLst/>
          </a:prstGeom>
        </p:spPr>
        <p:txBody>
          <a:bodyPr wrap="square" lIns="0" tIns="0" rIns="0" bIns="0">
            <a:spAutoFit/>
          </a:bodyPr>
          <a:lstStyle>
            <a:lvl1pPr>
              <a:defRPr sz="1100" b="0" i="0">
                <a:solidFill>
                  <a:srgbClr val="2D936B"/>
                </a:solidFill>
                <a:latin typeface="Trebuchet MS"/>
                <a:cs typeface="Trebuchet MS"/>
              </a:defRPr>
            </a:lvl1pPr>
          </a:lstStyle>
          <a:p>
            <a:pPr marL="110489">
              <a:lnSpc>
                <a:spcPct val="100000"/>
              </a:lnSpc>
              <a:spcBef>
                <a:spcPts val="55"/>
              </a:spcBef>
            </a:pPr>
            <a:fld id="{81D60167-4931-47E6-BA6A-407CBD079E47}" type="slidenum">
              <a:rPr spc="-50" dirty="0"/>
              <a:t>‹#›</a:t>
            </a:fld>
            <a:endParaRPr spc="-50"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4" r:id="rId3"/>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3.xml"/><Relationship Id="rId4" Type="http://schemas.openxmlformats.org/officeDocument/2006/relationships/image" Target="../media/image6.jp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11378818" y="6464617"/>
            <a:ext cx="100330" cy="196850"/>
          </a:xfrm>
          <a:prstGeom prst="rect">
            <a:avLst/>
          </a:prstGeom>
        </p:spPr>
        <p:txBody>
          <a:bodyPr vert="horz" wrap="square" lIns="0" tIns="15875" rIns="0" bIns="0" rtlCol="0">
            <a:spAutoFit/>
          </a:bodyPr>
          <a:lstStyle/>
          <a:p>
            <a:pPr marL="12700">
              <a:lnSpc>
                <a:spcPct val="100000"/>
              </a:lnSpc>
              <a:spcBef>
                <a:spcPts val="125"/>
              </a:spcBef>
            </a:pPr>
            <a:r>
              <a:rPr sz="1100" spc="-50" dirty="0">
                <a:solidFill>
                  <a:srgbClr val="2D936B"/>
                </a:solidFill>
                <a:latin typeface="Trebuchet MS"/>
                <a:cs typeface="Trebuchet MS"/>
              </a:rPr>
              <a:t>1</a:t>
            </a:r>
            <a:endParaRPr sz="1100">
              <a:latin typeface="Trebuchet MS"/>
              <a:cs typeface="Trebuchet MS"/>
            </a:endParaRPr>
          </a:p>
        </p:txBody>
      </p:sp>
      <p:grpSp>
        <p:nvGrpSpPr>
          <p:cNvPr id="4" name="object 4"/>
          <p:cNvGrpSpPr/>
          <p:nvPr/>
        </p:nvGrpSpPr>
        <p:grpSpPr>
          <a:xfrm>
            <a:off x="742950" y="1104900"/>
            <a:ext cx="1743075" cy="1333500"/>
            <a:chOff x="742950" y="1104900"/>
            <a:chExt cx="1743075" cy="1333500"/>
          </a:xfrm>
        </p:grpSpPr>
        <p:sp>
          <p:nvSpPr>
            <p:cNvPr id="5" name="object 5"/>
            <p:cNvSpPr/>
            <p:nvPr/>
          </p:nvSpPr>
          <p:spPr>
            <a:xfrm>
              <a:off x="742950" y="1381125"/>
              <a:ext cx="1228725" cy="1057275"/>
            </a:xfrm>
            <a:custGeom>
              <a:avLst/>
              <a:gdLst/>
              <a:ahLst/>
              <a:cxnLst/>
              <a:rect l="l" t="t" r="r" b="b"/>
              <a:pathLst>
                <a:path w="1228725" h="1057275">
                  <a:moveTo>
                    <a:pt x="964438" y="0"/>
                  </a:moveTo>
                  <a:lnTo>
                    <a:pt x="264312" y="0"/>
                  </a:lnTo>
                  <a:lnTo>
                    <a:pt x="0" y="528701"/>
                  </a:lnTo>
                  <a:lnTo>
                    <a:pt x="264312" y="1057275"/>
                  </a:lnTo>
                  <a:lnTo>
                    <a:pt x="964438" y="1057275"/>
                  </a:lnTo>
                  <a:lnTo>
                    <a:pt x="1228725" y="528701"/>
                  </a:lnTo>
                  <a:lnTo>
                    <a:pt x="964438" y="0"/>
                  </a:lnTo>
                  <a:close/>
                </a:path>
              </a:pathLst>
            </a:custGeom>
            <a:solidFill>
              <a:srgbClr val="5FCAEE"/>
            </a:solidFill>
          </p:spPr>
          <p:txBody>
            <a:bodyPr wrap="square" lIns="0" tIns="0" rIns="0" bIns="0" rtlCol="0"/>
            <a:lstStyle/>
            <a:p>
              <a:endParaRPr/>
            </a:p>
          </p:txBody>
        </p:sp>
        <p:sp>
          <p:nvSpPr>
            <p:cNvPr id="6" name="object 6"/>
            <p:cNvSpPr/>
            <p:nvPr/>
          </p:nvSpPr>
          <p:spPr>
            <a:xfrm>
              <a:off x="1838325" y="1104900"/>
              <a:ext cx="647700" cy="561975"/>
            </a:xfrm>
            <a:custGeom>
              <a:avLst/>
              <a:gdLst/>
              <a:ahLst/>
              <a:cxnLst/>
              <a:rect l="l" t="t" r="r" b="b"/>
              <a:pathLst>
                <a:path w="647700" h="561975">
                  <a:moveTo>
                    <a:pt x="507238" y="0"/>
                  </a:moveTo>
                  <a:lnTo>
                    <a:pt x="140462" y="0"/>
                  </a:lnTo>
                  <a:lnTo>
                    <a:pt x="0" y="280924"/>
                  </a:lnTo>
                  <a:lnTo>
                    <a:pt x="140462" y="561975"/>
                  </a:lnTo>
                  <a:lnTo>
                    <a:pt x="507238" y="561975"/>
                  </a:lnTo>
                  <a:lnTo>
                    <a:pt x="647700" y="280924"/>
                  </a:lnTo>
                  <a:lnTo>
                    <a:pt x="507238" y="0"/>
                  </a:lnTo>
                  <a:close/>
                </a:path>
              </a:pathLst>
            </a:custGeom>
            <a:solidFill>
              <a:srgbClr val="2D936B"/>
            </a:solidFill>
          </p:spPr>
          <p:txBody>
            <a:bodyPr wrap="square" lIns="0" tIns="0" rIns="0" bIns="0" rtlCol="0"/>
            <a:lstStyle/>
            <a:p>
              <a:endParaRPr/>
            </a:p>
          </p:txBody>
        </p:sp>
      </p:grpSp>
      <p:sp>
        <p:nvSpPr>
          <p:cNvPr id="7" name="object 7"/>
          <p:cNvSpPr/>
          <p:nvPr/>
        </p:nvSpPr>
        <p:spPr>
          <a:xfrm>
            <a:off x="3752850" y="1190625"/>
            <a:ext cx="1666875" cy="1438275"/>
          </a:xfrm>
          <a:custGeom>
            <a:avLst/>
            <a:gdLst/>
            <a:ahLst/>
            <a:cxnLst/>
            <a:rect l="l" t="t" r="r" b="b"/>
            <a:pathLst>
              <a:path w="1666875" h="1438275">
                <a:moveTo>
                  <a:pt x="1307338" y="0"/>
                </a:moveTo>
                <a:lnTo>
                  <a:pt x="359537" y="0"/>
                </a:lnTo>
                <a:lnTo>
                  <a:pt x="0" y="719074"/>
                </a:lnTo>
                <a:lnTo>
                  <a:pt x="359537" y="1438275"/>
                </a:lnTo>
                <a:lnTo>
                  <a:pt x="1307338" y="1438275"/>
                </a:lnTo>
                <a:lnTo>
                  <a:pt x="1666875" y="719074"/>
                </a:lnTo>
                <a:lnTo>
                  <a:pt x="1307338" y="0"/>
                </a:lnTo>
                <a:close/>
              </a:path>
            </a:pathLst>
          </a:custGeom>
          <a:solidFill>
            <a:srgbClr val="42D0A1"/>
          </a:solidFill>
        </p:spPr>
        <p:txBody>
          <a:bodyPr wrap="square" lIns="0" tIns="0" rIns="0" bIns="0" rtlCol="0"/>
          <a:lstStyle/>
          <a:p>
            <a:endParaRPr/>
          </a:p>
        </p:txBody>
      </p:sp>
      <p:sp>
        <p:nvSpPr>
          <p:cNvPr id="8" name="object 8"/>
          <p:cNvSpPr/>
          <p:nvPr/>
        </p:nvSpPr>
        <p:spPr>
          <a:xfrm>
            <a:off x="3800475" y="5229225"/>
            <a:ext cx="723900" cy="619125"/>
          </a:xfrm>
          <a:custGeom>
            <a:avLst/>
            <a:gdLst/>
            <a:ahLst/>
            <a:cxnLst/>
            <a:rect l="l" t="t" r="r" b="b"/>
            <a:pathLst>
              <a:path w="723900" h="619125">
                <a:moveTo>
                  <a:pt x="569087" y="0"/>
                </a:moveTo>
                <a:lnTo>
                  <a:pt x="154812" y="0"/>
                </a:lnTo>
                <a:lnTo>
                  <a:pt x="0" y="309625"/>
                </a:lnTo>
                <a:lnTo>
                  <a:pt x="154812" y="619125"/>
                </a:lnTo>
                <a:lnTo>
                  <a:pt x="569087" y="619125"/>
                </a:lnTo>
                <a:lnTo>
                  <a:pt x="723900" y="309625"/>
                </a:lnTo>
                <a:lnTo>
                  <a:pt x="569087" y="0"/>
                </a:lnTo>
                <a:close/>
              </a:path>
            </a:pathLst>
          </a:custGeom>
          <a:solidFill>
            <a:srgbClr val="42AF51"/>
          </a:solidFill>
        </p:spPr>
        <p:txBody>
          <a:bodyPr wrap="square" lIns="0" tIns="0" rIns="0" bIns="0" rtlCol="0"/>
          <a:lstStyle/>
          <a:p>
            <a:endParaRPr/>
          </a:p>
        </p:txBody>
      </p:sp>
      <p:sp>
        <p:nvSpPr>
          <p:cNvPr id="9" name="object 9"/>
          <p:cNvSpPr txBox="1"/>
          <p:nvPr/>
        </p:nvSpPr>
        <p:spPr>
          <a:xfrm>
            <a:off x="740492" y="3804625"/>
            <a:ext cx="7162799" cy="1412310"/>
          </a:xfrm>
          <a:prstGeom prst="rect">
            <a:avLst/>
          </a:prstGeom>
        </p:spPr>
        <p:txBody>
          <a:bodyPr vert="horz" wrap="square" lIns="0" tIns="12065" rIns="0" bIns="0" rtlCol="0">
            <a:spAutoFit/>
          </a:bodyPr>
          <a:lstStyle/>
          <a:p>
            <a:pPr marL="222250" marR="923925" indent="133350">
              <a:lnSpc>
                <a:spcPct val="140800"/>
              </a:lnSpc>
              <a:spcBef>
                <a:spcPts val="95"/>
              </a:spcBef>
            </a:pPr>
            <a:r>
              <a:rPr sz="2000" dirty="0">
                <a:latin typeface="Trebuchet MS"/>
                <a:cs typeface="Trebuchet MS"/>
              </a:rPr>
              <a:t>[Student</a:t>
            </a:r>
            <a:r>
              <a:rPr sz="2000" spc="-75" dirty="0">
                <a:latin typeface="Trebuchet MS"/>
                <a:cs typeface="Trebuchet MS"/>
              </a:rPr>
              <a:t> </a:t>
            </a:r>
            <a:r>
              <a:rPr sz="2000" spc="-20" dirty="0">
                <a:latin typeface="Trebuchet MS"/>
                <a:cs typeface="Trebuchet MS"/>
              </a:rPr>
              <a:t>Name</a:t>
            </a:r>
            <a:r>
              <a:rPr lang="en-IN" sz="2000" spc="-20" dirty="0">
                <a:latin typeface="Trebuchet MS"/>
                <a:cs typeface="Trebuchet MS"/>
              </a:rPr>
              <a:t> - Abhinav Prasad</a:t>
            </a:r>
            <a:r>
              <a:rPr sz="2000" spc="-20" dirty="0">
                <a:latin typeface="Trebuchet MS"/>
                <a:cs typeface="Trebuchet MS"/>
              </a:rPr>
              <a:t> </a:t>
            </a:r>
            <a:endParaRPr lang="en-IN" sz="2000" spc="-20" dirty="0">
              <a:latin typeface="Trebuchet MS"/>
              <a:cs typeface="Trebuchet MS"/>
            </a:endParaRPr>
          </a:p>
          <a:p>
            <a:pPr marL="222250" marR="923925" indent="133350">
              <a:lnSpc>
                <a:spcPct val="140800"/>
              </a:lnSpc>
              <a:spcBef>
                <a:spcPts val="95"/>
              </a:spcBef>
            </a:pPr>
            <a:r>
              <a:rPr sz="2000" dirty="0">
                <a:latin typeface="Trebuchet MS"/>
                <a:cs typeface="Trebuchet MS"/>
              </a:rPr>
              <a:t>College</a:t>
            </a:r>
            <a:r>
              <a:rPr sz="2000" spc="-75" dirty="0">
                <a:latin typeface="Trebuchet MS"/>
                <a:cs typeface="Trebuchet MS"/>
              </a:rPr>
              <a:t> </a:t>
            </a:r>
            <a:r>
              <a:rPr sz="2000" dirty="0">
                <a:latin typeface="Trebuchet MS"/>
                <a:cs typeface="Trebuchet MS"/>
              </a:rPr>
              <a:t>Name</a:t>
            </a:r>
            <a:r>
              <a:rPr lang="en-IN" sz="2000" dirty="0">
                <a:latin typeface="Trebuchet MS"/>
                <a:cs typeface="Trebuchet MS"/>
              </a:rPr>
              <a:t> </a:t>
            </a:r>
            <a:r>
              <a:rPr sz="2000" dirty="0">
                <a:latin typeface="Trebuchet MS"/>
                <a:cs typeface="Trebuchet MS"/>
              </a:rPr>
              <a:t>-</a:t>
            </a:r>
            <a:r>
              <a:rPr lang="en-IN" sz="2000" dirty="0">
                <a:latin typeface="Trebuchet MS"/>
                <a:cs typeface="Trebuchet MS"/>
              </a:rPr>
              <a:t> MIT World Peace University</a:t>
            </a:r>
            <a:r>
              <a:rPr sz="2000" spc="-50" dirty="0">
                <a:latin typeface="Trebuchet MS"/>
                <a:cs typeface="Trebuchet MS"/>
              </a:rPr>
              <a:t>]</a:t>
            </a:r>
            <a:endParaRPr sz="2000" dirty="0">
              <a:latin typeface="Trebuchet MS"/>
              <a:cs typeface="Trebuchet MS"/>
            </a:endParaRPr>
          </a:p>
          <a:p>
            <a:pPr marL="12700" marR="5080">
              <a:lnSpc>
                <a:spcPct val="100800"/>
              </a:lnSpc>
              <a:spcBef>
                <a:spcPts val="2000"/>
              </a:spcBef>
            </a:pPr>
            <a:r>
              <a:rPr sz="1800" b="1" dirty="0">
                <a:latin typeface="Trebuchet MS"/>
                <a:cs typeface="Trebuchet MS"/>
              </a:rPr>
              <a:t>AICTE</a:t>
            </a:r>
            <a:r>
              <a:rPr sz="1800" b="1" spc="-35" dirty="0">
                <a:latin typeface="Trebuchet MS"/>
                <a:cs typeface="Trebuchet MS"/>
              </a:rPr>
              <a:t> </a:t>
            </a:r>
            <a:r>
              <a:rPr sz="1800" b="1" dirty="0">
                <a:latin typeface="Trebuchet MS"/>
                <a:cs typeface="Trebuchet MS"/>
              </a:rPr>
              <a:t>STU</a:t>
            </a:r>
            <a:r>
              <a:rPr sz="1800" b="1" spc="-5" dirty="0">
                <a:latin typeface="Trebuchet MS"/>
                <a:cs typeface="Trebuchet MS"/>
              </a:rPr>
              <a:t> </a:t>
            </a:r>
            <a:r>
              <a:rPr sz="1800" b="1" dirty="0">
                <a:latin typeface="Trebuchet MS"/>
                <a:cs typeface="Trebuchet MS"/>
              </a:rPr>
              <a:t>ID</a:t>
            </a:r>
            <a:r>
              <a:rPr sz="1800" b="1" spc="-20" dirty="0">
                <a:latin typeface="Trebuchet MS"/>
                <a:cs typeface="Trebuchet MS"/>
              </a:rPr>
              <a:t> </a:t>
            </a:r>
            <a:r>
              <a:rPr sz="1800" b="1" dirty="0">
                <a:latin typeface="Trebuchet MS"/>
                <a:cs typeface="Trebuchet MS"/>
              </a:rPr>
              <a:t>:</a:t>
            </a:r>
            <a:r>
              <a:rPr sz="1800" b="1" spc="-45" dirty="0">
                <a:latin typeface="Trebuchet MS"/>
                <a:cs typeface="Trebuchet MS"/>
              </a:rPr>
              <a:t> </a:t>
            </a:r>
            <a:r>
              <a:rPr sz="1800" b="1" dirty="0">
                <a:latin typeface="Trebuchet MS"/>
                <a:cs typeface="Trebuchet MS"/>
              </a:rPr>
              <a:t>(</a:t>
            </a:r>
            <a:r>
              <a:rPr lang="en-IN" sz="1800" b="1" dirty="0">
                <a:latin typeface="Trebuchet MS"/>
                <a:cs typeface="Trebuchet MS"/>
              </a:rPr>
              <a:t>STU6a317fd386f261781628883</a:t>
            </a:r>
            <a:r>
              <a:rPr sz="1800" b="1" spc="-10" dirty="0">
                <a:latin typeface="Trebuchet MS"/>
                <a:cs typeface="Trebuchet MS"/>
              </a:rPr>
              <a:t>)</a:t>
            </a:r>
            <a:endParaRPr sz="1800" dirty="0">
              <a:latin typeface="Trebuchet MS"/>
              <a:cs typeface="Trebuchet MS"/>
            </a:endParaRPr>
          </a:p>
        </p:txBody>
      </p:sp>
      <p:sp>
        <p:nvSpPr>
          <p:cNvPr id="10" name="object 10" descr="$PPTXTitle"/>
          <p:cNvSpPr txBox="1">
            <a:spLocks noGrp="1"/>
          </p:cNvSpPr>
          <p:nvPr>
            <p:ph type="title"/>
          </p:nvPr>
        </p:nvSpPr>
        <p:spPr>
          <a:xfrm>
            <a:off x="757555" y="2862580"/>
            <a:ext cx="7624445" cy="386003"/>
          </a:xfrm>
          <a:prstGeom prst="rect">
            <a:avLst/>
          </a:prstGeom>
        </p:spPr>
        <p:txBody>
          <a:bodyPr vert="horz" wrap="square" lIns="0" tIns="16510" rIns="0" bIns="0" rtlCol="0">
            <a:spAutoFit/>
          </a:bodyPr>
          <a:lstStyle/>
          <a:p>
            <a:pPr marL="12700">
              <a:lnSpc>
                <a:spcPct val="100000"/>
              </a:lnSpc>
              <a:spcBef>
                <a:spcPts val="130"/>
              </a:spcBef>
            </a:pPr>
            <a:r>
              <a:rPr sz="2400" b="0" dirty="0">
                <a:latin typeface="Trebuchet MS"/>
                <a:cs typeface="Trebuchet MS"/>
              </a:rPr>
              <a:t>Project</a:t>
            </a:r>
            <a:r>
              <a:rPr sz="2400" b="0" spc="-245" dirty="0">
                <a:latin typeface="Trebuchet MS"/>
                <a:cs typeface="Trebuchet MS"/>
              </a:rPr>
              <a:t> </a:t>
            </a:r>
            <a:r>
              <a:rPr sz="2400" b="0" dirty="0">
                <a:latin typeface="Trebuchet MS"/>
                <a:cs typeface="Trebuchet MS"/>
              </a:rPr>
              <a:t>Title</a:t>
            </a:r>
            <a:r>
              <a:rPr sz="2400" b="0" spc="-204" dirty="0">
                <a:latin typeface="Trebuchet MS"/>
                <a:cs typeface="Trebuchet MS"/>
              </a:rPr>
              <a:t> </a:t>
            </a:r>
            <a:r>
              <a:rPr lang="en-IN" sz="2400" b="0" spc="-50" dirty="0">
                <a:latin typeface="Trebuchet MS"/>
                <a:cs typeface="Trebuchet MS"/>
              </a:rPr>
              <a:t>– Seasonal Agriculture Performance Analysis</a:t>
            </a:r>
            <a:endParaRPr sz="2400" dirty="0">
              <a:latin typeface="Trebuchet MS"/>
              <a:cs typeface="Trebuchet MS"/>
            </a:endParaRPr>
          </a:p>
        </p:txBody>
      </p:sp>
      <p:pic>
        <p:nvPicPr>
          <p:cNvPr id="11" name="object 11"/>
          <p:cNvPicPr/>
          <p:nvPr/>
        </p:nvPicPr>
        <p:blipFill>
          <a:blip r:embed="rId2" cstate="print"/>
          <a:stretch>
            <a:fillRect/>
          </a:stretch>
        </p:blipFill>
        <p:spPr>
          <a:xfrm>
            <a:off x="1666875" y="6467475"/>
            <a:ext cx="76200" cy="177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7991475" y="2933700"/>
            <a:ext cx="2762250" cy="3257550"/>
            <a:chOff x="7991475" y="2933700"/>
            <a:chExt cx="2762250" cy="3257550"/>
          </a:xfrm>
        </p:grpSpPr>
        <p:sp>
          <p:nvSpPr>
            <p:cNvPr id="3" name="object 3"/>
            <p:cNvSpPr/>
            <p:nvPr/>
          </p:nvSpPr>
          <p:spPr>
            <a:xfrm>
              <a:off x="9353550" y="5362575"/>
              <a:ext cx="457200" cy="457200"/>
            </a:xfrm>
            <a:custGeom>
              <a:avLst/>
              <a:gdLst/>
              <a:ahLst/>
              <a:cxnLst/>
              <a:rect l="l" t="t" r="r" b="b"/>
              <a:pathLst>
                <a:path w="457200" h="457200">
                  <a:moveTo>
                    <a:pt x="457200" y="0"/>
                  </a:moveTo>
                  <a:lnTo>
                    <a:pt x="0" y="0"/>
                  </a:lnTo>
                  <a:lnTo>
                    <a:pt x="0" y="457200"/>
                  </a:lnTo>
                  <a:lnTo>
                    <a:pt x="457200" y="457200"/>
                  </a:lnTo>
                  <a:lnTo>
                    <a:pt x="457200" y="0"/>
                  </a:lnTo>
                  <a:close/>
                </a:path>
              </a:pathLst>
            </a:custGeom>
            <a:solidFill>
              <a:srgbClr val="42AF51"/>
            </a:solidFill>
          </p:spPr>
          <p:txBody>
            <a:bodyPr wrap="square" lIns="0" tIns="0" rIns="0" bIns="0" rtlCol="0"/>
            <a:lstStyle/>
            <a:p>
              <a:endParaRPr/>
            </a:p>
          </p:txBody>
        </p:sp>
        <p:sp>
          <p:nvSpPr>
            <p:cNvPr id="4" name="object 4"/>
            <p:cNvSpPr/>
            <p:nvPr/>
          </p:nvSpPr>
          <p:spPr>
            <a:xfrm>
              <a:off x="9353550" y="5895975"/>
              <a:ext cx="180975" cy="180975"/>
            </a:xfrm>
            <a:custGeom>
              <a:avLst/>
              <a:gdLst/>
              <a:ahLst/>
              <a:cxnLst/>
              <a:rect l="l" t="t" r="r" b="b"/>
              <a:pathLst>
                <a:path w="180975" h="180975">
                  <a:moveTo>
                    <a:pt x="180975" y="0"/>
                  </a:moveTo>
                  <a:lnTo>
                    <a:pt x="0" y="0"/>
                  </a:lnTo>
                  <a:lnTo>
                    <a:pt x="0" y="180975"/>
                  </a:lnTo>
                  <a:lnTo>
                    <a:pt x="180975" y="180975"/>
                  </a:lnTo>
                  <a:lnTo>
                    <a:pt x="180975" y="0"/>
                  </a:lnTo>
                  <a:close/>
                </a:path>
              </a:pathLst>
            </a:custGeom>
            <a:solidFill>
              <a:srgbClr val="2D936B"/>
            </a:solidFill>
          </p:spPr>
          <p:txBody>
            <a:bodyPr wrap="square" lIns="0" tIns="0" rIns="0" bIns="0" rtlCol="0"/>
            <a:lstStyle/>
            <a:p>
              <a:endParaRPr/>
            </a:p>
          </p:txBody>
        </p:sp>
        <p:pic>
          <p:nvPicPr>
            <p:cNvPr id="5" name="object 5"/>
            <p:cNvPicPr/>
            <p:nvPr/>
          </p:nvPicPr>
          <p:blipFill>
            <a:blip r:embed="rId2" cstate="print"/>
            <a:stretch>
              <a:fillRect/>
            </a:stretch>
          </p:blipFill>
          <p:spPr>
            <a:xfrm>
              <a:off x="7991475" y="2933700"/>
              <a:ext cx="2762250" cy="3257550"/>
            </a:xfrm>
            <a:prstGeom prst="rect">
              <a:avLst/>
            </a:prstGeom>
          </p:spPr>
        </p:pic>
      </p:grpSp>
      <p:sp>
        <p:nvSpPr>
          <p:cNvPr id="6" name="object 6"/>
          <p:cNvSpPr/>
          <p:nvPr/>
        </p:nvSpPr>
        <p:spPr>
          <a:xfrm>
            <a:off x="6696075" y="1695450"/>
            <a:ext cx="314325" cy="323850"/>
          </a:xfrm>
          <a:custGeom>
            <a:avLst/>
            <a:gdLst/>
            <a:ahLst/>
            <a:cxnLst/>
            <a:rect l="l" t="t" r="r" b="b"/>
            <a:pathLst>
              <a:path w="314325" h="323850">
                <a:moveTo>
                  <a:pt x="314325" y="0"/>
                </a:moveTo>
                <a:lnTo>
                  <a:pt x="0" y="0"/>
                </a:lnTo>
                <a:lnTo>
                  <a:pt x="0" y="323850"/>
                </a:lnTo>
                <a:lnTo>
                  <a:pt x="314325" y="323850"/>
                </a:lnTo>
                <a:lnTo>
                  <a:pt x="314325" y="0"/>
                </a:lnTo>
                <a:close/>
              </a:path>
            </a:pathLst>
          </a:custGeom>
          <a:solidFill>
            <a:srgbClr val="2D83C3"/>
          </a:solidFill>
        </p:spPr>
        <p:txBody>
          <a:bodyPr wrap="square" lIns="0" tIns="0" rIns="0" bIns="0" rtlCol="0"/>
          <a:lstStyle/>
          <a:p>
            <a:endParaRPr/>
          </a:p>
        </p:txBody>
      </p:sp>
      <p:sp>
        <p:nvSpPr>
          <p:cNvPr id="7" name="object 7"/>
          <p:cNvSpPr txBox="1">
            <a:spLocks noGrp="1"/>
          </p:cNvSpPr>
          <p:nvPr>
            <p:ph type="body" idx="1"/>
          </p:nvPr>
        </p:nvSpPr>
        <p:spPr>
          <a:xfrm>
            <a:off x="1126172" y="1834514"/>
            <a:ext cx="5363845" cy="4017125"/>
          </a:xfrm>
          <a:prstGeom prst="rect">
            <a:avLst/>
          </a:prstGeom>
        </p:spPr>
        <p:txBody>
          <a:bodyPr vert="horz" wrap="square" lIns="0" tIns="76835" rIns="0" bIns="0" rtlCol="0">
            <a:spAutoFit/>
          </a:bodyPr>
          <a:lstStyle/>
          <a:p>
            <a:pPr marL="355600" marR="5080" indent="-343535">
              <a:lnSpc>
                <a:spcPct val="80200"/>
              </a:lnSpc>
              <a:spcBef>
                <a:spcPts val="605"/>
              </a:spcBef>
              <a:buClr>
                <a:srgbClr val="2D936B"/>
              </a:buClr>
              <a:buSzPct val="77500"/>
              <a:buFont typeface="Wingdings"/>
              <a:buChar char=""/>
              <a:tabLst>
                <a:tab pos="355600" algn="l"/>
              </a:tabLst>
            </a:pPr>
            <a:r>
              <a:rPr dirty="0"/>
              <a:t>(Agricultural</a:t>
            </a:r>
            <a:r>
              <a:rPr spc="-55" dirty="0"/>
              <a:t> </a:t>
            </a:r>
            <a:r>
              <a:rPr dirty="0"/>
              <a:t>activities</a:t>
            </a:r>
            <a:r>
              <a:rPr spc="-50" dirty="0"/>
              <a:t> </a:t>
            </a:r>
            <a:r>
              <a:rPr dirty="0"/>
              <a:t>are</a:t>
            </a:r>
            <a:r>
              <a:rPr spc="-105" dirty="0"/>
              <a:t> </a:t>
            </a:r>
            <a:r>
              <a:rPr dirty="0"/>
              <a:t>influenced</a:t>
            </a:r>
            <a:r>
              <a:rPr spc="-55" dirty="0"/>
              <a:t> </a:t>
            </a:r>
            <a:r>
              <a:rPr dirty="0"/>
              <a:t>by</a:t>
            </a:r>
            <a:r>
              <a:rPr spc="-85" dirty="0"/>
              <a:t> </a:t>
            </a:r>
            <a:r>
              <a:rPr spc="-10" dirty="0"/>
              <a:t>seasonal </a:t>
            </a:r>
            <a:r>
              <a:rPr dirty="0"/>
              <a:t>variations</a:t>
            </a:r>
            <a:r>
              <a:rPr spc="-30" dirty="0"/>
              <a:t> </a:t>
            </a:r>
            <a:r>
              <a:rPr dirty="0"/>
              <a:t>in</a:t>
            </a:r>
            <a:r>
              <a:rPr spc="-85" dirty="0"/>
              <a:t> </a:t>
            </a:r>
            <a:r>
              <a:rPr dirty="0"/>
              <a:t>environmental</a:t>
            </a:r>
            <a:r>
              <a:rPr spc="-105" dirty="0"/>
              <a:t> </a:t>
            </a:r>
            <a:r>
              <a:rPr dirty="0"/>
              <a:t>conditions,</a:t>
            </a:r>
            <a:r>
              <a:rPr spc="-25" dirty="0"/>
              <a:t> </a:t>
            </a:r>
            <a:r>
              <a:rPr spc="-10" dirty="0"/>
              <a:t>farming </a:t>
            </a:r>
            <a:r>
              <a:rPr dirty="0"/>
              <a:t>practices,</a:t>
            </a:r>
            <a:r>
              <a:rPr spc="-50" dirty="0"/>
              <a:t> </a:t>
            </a:r>
            <a:r>
              <a:rPr dirty="0"/>
              <a:t>resource</a:t>
            </a:r>
            <a:r>
              <a:rPr spc="-110" dirty="0"/>
              <a:t> </a:t>
            </a:r>
            <a:r>
              <a:rPr dirty="0"/>
              <a:t>availability</a:t>
            </a:r>
            <a:r>
              <a:rPr spc="-10" dirty="0"/>
              <a:t> </a:t>
            </a:r>
            <a:r>
              <a:rPr dirty="0"/>
              <a:t>and</a:t>
            </a:r>
            <a:r>
              <a:rPr spc="-60" dirty="0"/>
              <a:t> </a:t>
            </a:r>
            <a:r>
              <a:rPr spc="-10" dirty="0"/>
              <a:t>market conditions.</a:t>
            </a:r>
            <a:r>
              <a:rPr spc="-100" dirty="0"/>
              <a:t> </a:t>
            </a:r>
            <a:r>
              <a:rPr dirty="0"/>
              <a:t>As</a:t>
            </a:r>
            <a:r>
              <a:rPr spc="-30" dirty="0"/>
              <a:t> </a:t>
            </a:r>
            <a:r>
              <a:rPr dirty="0"/>
              <a:t>a</a:t>
            </a:r>
            <a:r>
              <a:rPr spc="-45" dirty="0"/>
              <a:t> </a:t>
            </a:r>
            <a:r>
              <a:rPr dirty="0"/>
              <a:t>result,</a:t>
            </a:r>
            <a:r>
              <a:rPr spc="-25" dirty="0"/>
              <a:t> </a:t>
            </a:r>
            <a:r>
              <a:rPr dirty="0"/>
              <a:t>agricultural</a:t>
            </a:r>
            <a:r>
              <a:rPr spc="-30" dirty="0"/>
              <a:t> </a:t>
            </a:r>
            <a:r>
              <a:rPr spc="-10" dirty="0"/>
              <a:t>performance </a:t>
            </a:r>
            <a:r>
              <a:rPr dirty="0"/>
              <a:t>may</a:t>
            </a:r>
            <a:r>
              <a:rPr spc="-35" dirty="0"/>
              <a:t> </a:t>
            </a:r>
            <a:r>
              <a:rPr dirty="0"/>
              <a:t>differ</a:t>
            </a:r>
            <a:r>
              <a:rPr spc="-45" dirty="0"/>
              <a:t> </a:t>
            </a:r>
            <a:r>
              <a:rPr dirty="0"/>
              <a:t>from</a:t>
            </a:r>
            <a:r>
              <a:rPr spc="-35" dirty="0"/>
              <a:t> </a:t>
            </a:r>
            <a:r>
              <a:rPr dirty="0"/>
              <a:t>one</a:t>
            </a:r>
            <a:r>
              <a:rPr spc="-60" dirty="0"/>
              <a:t> </a:t>
            </a:r>
            <a:r>
              <a:rPr dirty="0"/>
              <a:t>season</a:t>
            </a:r>
            <a:r>
              <a:rPr spc="-60" dirty="0"/>
              <a:t> </a:t>
            </a:r>
            <a:r>
              <a:rPr dirty="0"/>
              <a:t>to</a:t>
            </a:r>
            <a:r>
              <a:rPr spc="-45" dirty="0"/>
              <a:t> </a:t>
            </a:r>
            <a:r>
              <a:rPr spc="-30" dirty="0"/>
              <a:t>another.</a:t>
            </a:r>
            <a:r>
              <a:rPr spc="5" dirty="0"/>
              <a:t> </a:t>
            </a:r>
            <a:r>
              <a:rPr spc="-10" dirty="0"/>
              <a:t>However, </a:t>
            </a:r>
            <a:r>
              <a:rPr dirty="0"/>
              <a:t>raw</a:t>
            </a:r>
            <a:r>
              <a:rPr spc="-45" dirty="0"/>
              <a:t> </a:t>
            </a:r>
            <a:r>
              <a:rPr dirty="0"/>
              <a:t>agricultural</a:t>
            </a:r>
            <a:r>
              <a:rPr spc="-40" dirty="0"/>
              <a:t> </a:t>
            </a:r>
            <a:r>
              <a:rPr dirty="0"/>
              <a:t>data</a:t>
            </a:r>
            <a:r>
              <a:rPr spc="-45" dirty="0"/>
              <a:t> </a:t>
            </a:r>
            <a:r>
              <a:rPr dirty="0"/>
              <a:t>does</a:t>
            </a:r>
            <a:r>
              <a:rPr spc="-35" dirty="0"/>
              <a:t> </a:t>
            </a:r>
            <a:r>
              <a:rPr dirty="0"/>
              <a:t>not</a:t>
            </a:r>
            <a:r>
              <a:rPr spc="-85" dirty="0"/>
              <a:t> </a:t>
            </a:r>
            <a:r>
              <a:rPr dirty="0"/>
              <a:t>clearly</a:t>
            </a:r>
            <a:r>
              <a:rPr spc="-55" dirty="0"/>
              <a:t> </a:t>
            </a:r>
            <a:r>
              <a:rPr dirty="0"/>
              <a:t>explain</a:t>
            </a:r>
            <a:r>
              <a:rPr spc="-20" dirty="0"/>
              <a:t> </a:t>
            </a:r>
            <a:r>
              <a:rPr spc="-25" dirty="0"/>
              <a:t>how </a:t>
            </a:r>
            <a:r>
              <a:rPr dirty="0"/>
              <a:t>agricultural</a:t>
            </a:r>
            <a:r>
              <a:rPr spc="-55" dirty="0"/>
              <a:t> </a:t>
            </a:r>
            <a:r>
              <a:rPr dirty="0"/>
              <a:t>performance</a:t>
            </a:r>
            <a:r>
              <a:rPr spc="-35" dirty="0"/>
              <a:t> </a:t>
            </a:r>
            <a:r>
              <a:rPr dirty="0"/>
              <a:t>changes</a:t>
            </a:r>
            <a:r>
              <a:rPr spc="-120" dirty="0"/>
              <a:t> </a:t>
            </a:r>
            <a:r>
              <a:rPr dirty="0"/>
              <a:t>across</a:t>
            </a:r>
            <a:r>
              <a:rPr spc="-50" dirty="0"/>
              <a:t> </a:t>
            </a:r>
            <a:r>
              <a:rPr dirty="0"/>
              <a:t>seasons</a:t>
            </a:r>
            <a:r>
              <a:rPr spc="-45" dirty="0"/>
              <a:t> </a:t>
            </a:r>
            <a:r>
              <a:rPr spc="-25" dirty="0"/>
              <a:t>or </a:t>
            </a:r>
            <a:r>
              <a:rPr dirty="0"/>
              <a:t>what</a:t>
            </a:r>
            <a:r>
              <a:rPr spc="-25" dirty="0"/>
              <a:t> </a:t>
            </a:r>
            <a:r>
              <a:rPr dirty="0"/>
              <a:t>patterns</a:t>
            </a:r>
            <a:r>
              <a:rPr spc="-35" dirty="0"/>
              <a:t> </a:t>
            </a:r>
            <a:r>
              <a:rPr dirty="0"/>
              <a:t>can</a:t>
            </a:r>
            <a:r>
              <a:rPr spc="-25" dirty="0"/>
              <a:t> </a:t>
            </a:r>
            <a:r>
              <a:rPr dirty="0"/>
              <a:t>be</a:t>
            </a:r>
            <a:r>
              <a:rPr spc="-20" dirty="0"/>
              <a:t> </a:t>
            </a:r>
            <a:r>
              <a:rPr dirty="0"/>
              <a:t>observed</a:t>
            </a:r>
            <a:r>
              <a:rPr spc="-45" dirty="0"/>
              <a:t> </a:t>
            </a:r>
            <a:r>
              <a:rPr dirty="0"/>
              <a:t>in</a:t>
            </a:r>
            <a:r>
              <a:rPr spc="-90" dirty="0"/>
              <a:t> </a:t>
            </a:r>
            <a:r>
              <a:rPr spc="-10" dirty="0"/>
              <a:t>different </a:t>
            </a:r>
            <a:r>
              <a:rPr dirty="0"/>
              <a:t>seasonal</a:t>
            </a:r>
            <a:r>
              <a:rPr spc="-25" dirty="0"/>
              <a:t> </a:t>
            </a:r>
            <a:r>
              <a:rPr dirty="0"/>
              <a:t>conditions.</a:t>
            </a:r>
            <a:r>
              <a:rPr spc="-15" dirty="0"/>
              <a:t> </a:t>
            </a:r>
            <a:r>
              <a:rPr dirty="0"/>
              <a:t>The</a:t>
            </a:r>
            <a:r>
              <a:rPr spc="-80" dirty="0"/>
              <a:t> </a:t>
            </a:r>
            <a:r>
              <a:rPr dirty="0"/>
              <a:t>problem</a:t>
            </a:r>
            <a:r>
              <a:rPr spc="-50" dirty="0"/>
              <a:t> </a:t>
            </a:r>
            <a:r>
              <a:rPr dirty="0"/>
              <a:t>is</a:t>
            </a:r>
            <a:r>
              <a:rPr spc="-95" dirty="0"/>
              <a:t> </a:t>
            </a:r>
            <a:r>
              <a:rPr dirty="0"/>
              <a:t>to</a:t>
            </a:r>
            <a:r>
              <a:rPr spc="-60" dirty="0"/>
              <a:t> </a:t>
            </a:r>
            <a:r>
              <a:rPr dirty="0"/>
              <a:t>analyze</a:t>
            </a:r>
            <a:r>
              <a:rPr spc="-5" dirty="0"/>
              <a:t> </a:t>
            </a:r>
            <a:r>
              <a:rPr spc="-25" dirty="0"/>
              <a:t>the </a:t>
            </a:r>
            <a:r>
              <a:rPr dirty="0"/>
              <a:t>given</a:t>
            </a:r>
            <a:r>
              <a:rPr spc="-95" dirty="0"/>
              <a:t> </a:t>
            </a:r>
            <a:r>
              <a:rPr dirty="0"/>
              <a:t>agricultural</a:t>
            </a:r>
            <a:r>
              <a:rPr spc="-35" dirty="0"/>
              <a:t> </a:t>
            </a:r>
            <a:r>
              <a:rPr dirty="0"/>
              <a:t>dataset</a:t>
            </a:r>
            <a:r>
              <a:rPr spc="-90" dirty="0"/>
              <a:t> </a:t>
            </a:r>
            <a:r>
              <a:rPr dirty="0"/>
              <a:t>and</a:t>
            </a:r>
            <a:r>
              <a:rPr spc="-45" dirty="0"/>
              <a:t> </a:t>
            </a:r>
            <a:r>
              <a:rPr dirty="0"/>
              <a:t>investigate</a:t>
            </a:r>
            <a:r>
              <a:rPr spc="-20" dirty="0"/>
              <a:t> </a:t>
            </a:r>
            <a:r>
              <a:rPr spc="-10" dirty="0"/>
              <a:t>seasonal </a:t>
            </a:r>
            <a:r>
              <a:rPr dirty="0"/>
              <a:t>differences</a:t>
            </a:r>
            <a:r>
              <a:rPr spc="-70" dirty="0"/>
              <a:t> </a:t>
            </a:r>
            <a:r>
              <a:rPr dirty="0"/>
              <a:t>in</a:t>
            </a:r>
            <a:r>
              <a:rPr spc="-55" dirty="0"/>
              <a:t> </a:t>
            </a:r>
            <a:r>
              <a:rPr dirty="0"/>
              <a:t>agricultural</a:t>
            </a:r>
            <a:r>
              <a:rPr spc="-70" dirty="0"/>
              <a:t> </a:t>
            </a:r>
            <a:r>
              <a:rPr dirty="0"/>
              <a:t>performance</a:t>
            </a:r>
            <a:r>
              <a:rPr spc="-120" dirty="0"/>
              <a:t> </a:t>
            </a:r>
            <a:r>
              <a:rPr spc="-25" dirty="0"/>
              <a:t>by </a:t>
            </a:r>
            <a:r>
              <a:rPr dirty="0"/>
              <a:t>identifying</a:t>
            </a:r>
            <a:r>
              <a:rPr spc="-110" dirty="0"/>
              <a:t> </a:t>
            </a:r>
            <a:r>
              <a:rPr dirty="0"/>
              <a:t>meaningful</a:t>
            </a:r>
            <a:r>
              <a:rPr spc="-70" dirty="0"/>
              <a:t> </a:t>
            </a:r>
            <a:r>
              <a:rPr dirty="0"/>
              <a:t>patterns,</a:t>
            </a:r>
            <a:r>
              <a:rPr spc="-65" dirty="0"/>
              <a:t> </a:t>
            </a:r>
            <a:r>
              <a:rPr spc="-10" dirty="0"/>
              <a:t>trends, </a:t>
            </a:r>
            <a:r>
              <a:rPr dirty="0"/>
              <a:t>relationships</a:t>
            </a:r>
            <a:r>
              <a:rPr spc="-100" dirty="0"/>
              <a:t> </a:t>
            </a:r>
            <a:r>
              <a:rPr dirty="0"/>
              <a:t>and</a:t>
            </a:r>
            <a:r>
              <a:rPr spc="-30" dirty="0"/>
              <a:t> </a:t>
            </a:r>
            <a:r>
              <a:rPr dirty="0"/>
              <a:t>variations</a:t>
            </a:r>
            <a:r>
              <a:rPr spc="-20" dirty="0"/>
              <a:t> </a:t>
            </a:r>
            <a:r>
              <a:rPr dirty="0"/>
              <a:t>within</a:t>
            </a:r>
            <a:r>
              <a:rPr spc="-75" dirty="0"/>
              <a:t> </a:t>
            </a:r>
            <a:r>
              <a:rPr dirty="0"/>
              <a:t>the</a:t>
            </a:r>
            <a:r>
              <a:rPr spc="-5" dirty="0"/>
              <a:t> </a:t>
            </a:r>
            <a:r>
              <a:rPr spc="-10" dirty="0"/>
              <a:t>available data.</a:t>
            </a:r>
          </a:p>
        </p:txBody>
      </p:sp>
      <p:sp>
        <p:nvSpPr>
          <p:cNvPr id="8" name="object 8" descr="$PPTXTitle"/>
          <p:cNvSpPr txBox="1">
            <a:spLocks noGrp="1"/>
          </p:cNvSpPr>
          <p:nvPr>
            <p:ph type="title"/>
          </p:nvPr>
        </p:nvSpPr>
        <p:spPr>
          <a:xfrm>
            <a:off x="834072" y="575055"/>
            <a:ext cx="5655945" cy="678180"/>
          </a:xfrm>
          <a:prstGeom prst="rect">
            <a:avLst/>
          </a:prstGeom>
        </p:spPr>
        <p:txBody>
          <a:bodyPr vert="horz" wrap="square" lIns="0" tIns="16510" rIns="0" bIns="0" rtlCol="0">
            <a:spAutoFit/>
          </a:bodyPr>
          <a:lstStyle/>
          <a:p>
            <a:pPr marL="12700">
              <a:lnSpc>
                <a:spcPct val="100000"/>
              </a:lnSpc>
              <a:spcBef>
                <a:spcPts val="130"/>
              </a:spcBef>
            </a:pPr>
            <a:r>
              <a:rPr sz="4250" dirty="0"/>
              <a:t>PROBLEM</a:t>
            </a:r>
            <a:r>
              <a:rPr sz="4250" spc="55" dirty="0"/>
              <a:t>  </a:t>
            </a:r>
            <a:r>
              <a:rPr sz="4250" spc="-35" dirty="0"/>
              <a:t>STATEMENT</a:t>
            </a:r>
            <a:endParaRPr sz="4250"/>
          </a:p>
        </p:txBody>
      </p:sp>
      <p:pic>
        <p:nvPicPr>
          <p:cNvPr id="9" name="object 9"/>
          <p:cNvPicPr/>
          <p:nvPr/>
        </p:nvPicPr>
        <p:blipFill>
          <a:blip r:embed="rId3" cstate="print"/>
          <a:stretch>
            <a:fillRect/>
          </a:stretch>
        </p:blipFill>
        <p:spPr>
          <a:xfrm>
            <a:off x="676275" y="6467475"/>
            <a:ext cx="2143125" cy="200025"/>
          </a:xfrm>
          <a:prstGeom prst="rect">
            <a:avLst/>
          </a:prstGeom>
        </p:spPr>
      </p:pic>
      <p:sp>
        <p:nvSpPr>
          <p:cNvPr id="11" name="object 11"/>
          <p:cNvSpPr txBox="1">
            <a:spLocks noGrp="1"/>
          </p:cNvSpPr>
          <p:nvPr>
            <p:ph type="sldNum" sz="quarter" idx="7"/>
          </p:nvPr>
        </p:nvSpPr>
        <p:spPr>
          <a:prstGeom prst="rect">
            <a:avLst/>
          </a:prstGeom>
        </p:spPr>
        <p:txBody>
          <a:bodyPr vert="horz" wrap="square" lIns="0" tIns="6985" rIns="0" bIns="0" rtlCol="0">
            <a:spAutoFit/>
          </a:bodyPr>
          <a:lstStyle/>
          <a:p>
            <a:pPr marL="110489">
              <a:lnSpc>
                <a:spcPct val="100000"/>
              </a:lnSpc>
              <a:spcBef>
                <a:spcPts val="55"/>
              </a:spcBef>
            </a:pPr>
            <a:fld id="{81D60167-4931-47E6-BA6A-407CBD079E47}" type="slidenum">
              <a:rPr spc="-50" dirty="0"/>
              <a:t>2</a:t>
            </a:fld>
            <a:endParaRPr spc="-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0" y="0"/>
            <a:ext cx="12192000" cy="6858000"/>
          </a:xfrm>
          <a:custGeom>
            <a:avLst/>
            <a:gdLst/>
            <a:ahLst/>
            <a:cxnLst/>
            <a:rect l="l" t="t" r="r" b="b"/>
            <a:pathLst>
              <a:path w="12192000" h="6858000">
                <a:moveTo>
                  <a:pt x="12192000" y="0"/>
                </a:moveTo>
                <a:lnTo>
                  <a:pt x="0" y="0"/>
                </a:lnTo>
                <a:lnTo>
                  <a:pt x="0" y="6858000"/>
                </a:lnTo>
                <a:lnTo>
                  <a:pt x="12192000" y="6858000"/>
                </a:lnTo>
                <a:lnTo>
                  <a:pt x="12192000" y="0"/>
                </a:lnTo>
                <a:close/>
              </a:path>
            </a:pathLst>
          </a:custGeom>
          <a:solidFill>
            <a:srgbClr val="F1F1F1"/>
          </a:solidFill>
        </p:spPr>
        <p:txBody>
          <a:bodyPr wrap="square" lIns="0" tIns="0" rIns="0" bIns="0" rtlCol="0"/>
          <a:lstStyle/>
          <a:p>
            <a:endParaRPr/>
          </a:p>
        </p:txBody>
      </p:sp>
      <p:grpSp>
        <p:nvGrpSpPr>
          <p:cNvPr id="3" name="object 3"/>
          <p:cNvGrpSpPr/>
          <p:nvPr/>
        </p:nvGrpSpPr>
        <p:grpSpPr>
          <a:xfrm>
            <a:off x="7443847" y="0"/>
            <a:ext cx="4752975" cy="6863080"/>
            <a:chOff x="7443847" y="0"/>
            <a:chExt cx="4752975" cy="6863080"/>
          </a:xfrm>
        </p:grpSpPr>
        <p:sp>
          <p:nvSpPr>
            <p:cNvPr id="4" name="object 4"/>
            <p:cNvSpPr/>
            <p:nvPr/>
          </p:nvSpPr>
          <p:spPr>
            <a:xfrm>
              <a:off x="7448609" y="4825"/>
              <a:ext cx="4743450" cy="6853555"/>
            </a:xfrm>
            <a:custGeom>
              <a:avLst/>
              <a:gdLst/>
              <a:ahLst/>
              <a:cxnLst/>
              <a:rect l="l" t="t" r="r" b="b"/>
              <a:pathLst>
                <a:path w="4743450" h="6853555">
                  <a:moveTo>
                    <a:pt x="1928816" y="0"/>
                  </a:moveTo>
                  <a:lnTo>
                    <a:pt x="3147169" y="6853174"/>
                  </a:lnTo>
                </a:path>
                <a:path w="4743450" h="6853555">
                  <a:moveTo>
                    <a:pt x="4743390" y="3690070"/>
                  </a:moveTo>
                  <a:lnTo>
                    <a:pt x="0" y="6853174"/>
                  </a:lnTo>
                </a:path>
              </a:pathLst>
            </a:custGeom>
            <a:ln w="9525">
              <a:solidFill>
                <a:srgbClr val="5FCAEE"/>
              </a:solidFill>
            </a:ln>
          </p:spPr>
          <p:txBody>
            <a:bodyPr wrap="square" lIns="0" tIns="0" rIns="0" bIns="0" rtlCol="0"/>
            <a:lstStyle/>
            <a:p>
              <a:endParaRPr/>
            </a:p>
          </p:txBody>
        </p:sp>
        <p:sp>
          <p:nvSpPr>
            <p:cNvPr id="5" name="object 5"/>
            <p:cNvSpPr/>
            <p:nvPr/>
          </p:nvSpPr>
          <p:spPr>
            <a:xfrm>
              <a:off x="9182100" y="0"/>
              <a:ext cx="3009900" cy="6858000"/>
            </a:xfrm>
            <a:custGeom>
              <a:avLst/>
              <a:gdLst/>
              <a:ahLst/>
              <a:cxnLst/>
              <a:rect l="l" t="t" r="r" b="b"/>
              <a:pathLst>
                <a:path w="3009900" h="6858000">
                  <a:moveTo>
                    <a:pt x="3009900" y="0"/>
                  </a:moveTo>
                  <a:lnTo>
                    <a:pt x="2044400" y="0"/>
                  </a:lnTo>
                  <a:lnTo>
                    <a:pt x="0" y="6858000"/>
                  </a:lnTo>
                  <a:lnTo>
                    <a:pt x="3009900" y="6858000"/>
                  </a:lnTo>
                  <a:lnTo>
                    <a:pt x="3009900" y="0"/>
                  </a:lnTo>
                  <a:close/>
                </a:path>
              </a:pathLst>
            </a:custGeom>
            <a:solidFill>
              <a:srgbClr val="5FCAEE">
                <a:alpha val="36077"/>
              </a:srgbClr>
            </a:solidFill>
          </p:spPr>
          <p:txBody>
            <a:bodyPr wrap="square" lIns="0" tIns="0" rIns="0" bIns="0" rtlCol="0"/>
            <a:lstStyle/>
            <a:p>
              <a:endParaRPr/>
            </a:p>
          </p:txBody>
        </p:sp>
        <p:sp>
          <p:nvSpPr>
            <p:cNvPr id="6" name="object 6"/>
            <p:cNvSpPr/>
            <p:nvPr/>
          </p:nvSpPr>
          <p:spPr>
            <a:xfrm>
              <a:off x="9602878" y="0"/>
              <a:ext cx="2589530" cy="6858000"/>
            </a:xfrm>
            <a:custGeom>
              <a:avLst/>
              <a:gdLst/>
              <a:ahLst/>
              <a:cxnLst/>
              <a:rect l="l" t="t" r="r" b="b"/>
              <a:pathLst>
                <a:path w="2589529" h="6858000">
                  <a:moveTo>
                    <a:pt x="2589120" y="0"/>
                  </a:moveTo>
                  <a:lnTo>
                    <a:pt x="0" y="0"/>
                  </a:lnTo>
                  <a:lnTo>
                    <a:pt x="1208884" y="6858000"/>
                  </a:lnTo>
                  <a:lnTo>
                    <a:pt x="2589120" y="6858000"/>
                  </a:lnTo>
                  <a:lnTo>
                    <a:pt x="2589120" y="0"/>
                  </a:lnTo>
                  <a:close/>
                </a:path>
              </a:pathLst>
            </a:custGeom>
            <a:solidFill>
              <a:srgbClr val="5FCAEE">
                <a:alpha val="19999"/>
              </a:srgbClr>
            </a:solidFill>
          </p:spPr>
          <p:txBody>
            <a:bodyPr wrap="square" lIns="0" tIns="0" rIns="0" bIns="0" rtlCol="0"/>
            <a:lstStyle/>
            <a:p>
              <a:endParaRPr/>
            </a:p>
          </p:txBody>
        </p:sp>
        <p:sp>
          <p:nvSpPr>
            <p:cNvPr id="7" name="object 7"/>
            <p:cNvSpPr/>
            <p:nvPr/>
          </p:nvSpPr>
          <p:spPr>
            <a:xfrm>
              <a:off x="8934450" y="3048000"/>
              <a:ext cx="3257550" cy="3810000"/>
            </a:xfrm>
            <a:custGeom>
              <a:avLst/>
              <a:gdLst/>
              <a:ahLst/>
              <a:cxnLst/>
              <a:rect l="l" t="t" r="r" b="b"/>
              <a:pathLst>
                <a:path w="3257550" h="3810000">
                  <a:moveTo>
                    <a:pt x="3257550" y="0"/>
                  </a:moveTo>
                  <a:lnTo>
                    <a:pt x="0" y="3810000"/>
                  </a:lnTo>
                  <a:lnTo>
                    <a:pt x="3257550" y="3810000"/>
                  </a:lnTo>
                  <a:lnTo>
                    <a:pt x="3257550" y="0"/>
                  </a:lnTo>
                  <a:close/>
                </a:path>
              </a:pathLst>
            </a:custGeom>
            <a:solidFill>
              <a:srgbClr val="17AFE3">
                <a:alpha val="65881"/>
              </a:srgbClr>
            </a:solidFill>
          </p:spPr>
          <p:txBody>
            <a:bodyPr wrap="square" lIns="0" tIns="0" rIns="0" bIns="0" rtlCol="0"/>
            <a:lstStyle/>
            <a:p>
              <a:endParaRPr/>
            </a:p>
          </p:txBody>
        </p:sp>
        <p:sp>
          <p:nvSpPr>
            <p:cNvPr id="8" name="object 8"/>
            <p:cNvSpPr/>
            <p:nvPr/>
          </p:nvSpPr>
          <p:spPr>
            <a:xfrm>
              <a:off x="9337930" y="0"/>
              <a:ext cx="2854325" cy="6858000"/>
            </a:xfrm>
            <a:custGeom>
              <a:avLst/>
              <a:gdLst/>
              <a:ahLst/>
              <a:cxnLst/>
              <a:rect l="l" t="t" r="r" b="b"/>
              <a:pathLst>
                <a:path w="2854325" h="6858000">
                  <a:moveTo>
                    <a:pt x="2854069" y="0"/>
                  </a:moveTo>
                  <a:lnTo>
                    <a:pt x="0" y="0"/>
                  </a:lnTo>
                  <a:lnTo>
                    <a:pt x="2470021" y="6858000"/>
                  </a:lnTo>
                  <a:lnTo>
                    <a:pt x="2854069" y="6858000"/>
                  </a:lnTo>
                  <a:lnTo>
                    <a:pt x="2854069" y="0"/>
                  </a:lnTo>
                  <a:close/>
                </a:path>
              </a:pathLst>
            </a:custGeom>
            <a:solidFill>
              <a:srgbClr val="17AFE3">
                <a:alpha val="50195"/>
              </a:srgbClr>
            </a:solidFill>
          </p:spPr>
          <p:txBody>
            <a:bodyPr wrap="square" lIns="0" tIns="0" rIns="0" bIns="0" rtlCol="0"/>
            <a:lstStyle/>
            <a:p>
              <a:endParaRPr/>
            </a:p>
          </p:txBody>
        </p:sp>
        <p:sp>
          <p:nvSpPr>
            <p:cNvPr id="9" name="object 9"/>
            <p:cNvSpPr/>
            <p:nvPr/>
          </p:nvSpPr>
          <p:spPr>
            <a:xfrm>
              <a:off x="10896600" y="0"/>
              <a:ext cx="1295400" cy="6858000"/>
            </a:xfrm>
            <a:custGeom>
              <a:avLst/>
              <a:gdLst/>
              <a:ahLst/>
              <a:cxnLst/>
              <a:rect l="l" t="t" r="r" b="b"/>
              <a:pathLst>
                <a:path w="1295400" h="6858000">
                  <a:moveTo>
                    <a:pt x="1295400" y="0"/>
                  </a:moveTo>
                  <a:lnTo>
                    <a:pt x="1022453" y="0"/>
                  </a:lnTo>
                  <a:lnTo>
                    <a:pt x="0" y="6858000"/>
                  </a:lnTo>
                  <a:lnTo>
                    <a:pt x="1295400" y="6858000"/>
                  </a:lnTo>
                  <a:lnTo>
                    <a:pt x="1295400" y="0"/>
                  </a:lnTo>
                  <a:close/>
                </a:path>
              </a:pathLst>
            </a:custGeom>
            <a:solidFill>
              <a:srgbClr val="2D83C3">
                <a:alpha val="70195"/>
              </a:srgbClr>
            </a:solidFill>
          </p:spPr>
          <p:txBody>
            <a:bodyPr wrap="square" lIns="0" tIns="0" rIns="0" bIns="0" rtlCol="0"/>
            <a:lstStyle/>
            <a:p>
              <a:endParaRPr/>
            </a:p>
          </p:txBody>
        </p:sp>
        <p:sp>
          <p:nvSpPr>
            <p:cNvPr id="10" name="object 10"/>
            <p:cNvSpPr/>
            <p:nvPr/>
          </p:nvSpPr>
          <p:spPr>
            <a:xfrm>
              <a:off x="10936247" y="0"/>
              <a:ext cx="1256030" cy="6858000"/>
            </a:xfrm>
            <a:custGeom>
              <a:avLst/>
              <a:gdLst/>
              <a:ahLst/>
              <a:cxnLst/>
              <a:rect l="l" t="t" r="r" b="b"/>
              <a:pathLst>
                <a:path w="1256029" h="6858000">
                  <a:moveTo>
                    <a:pt x="1255752" y="0"/>
                  </a:moveTo>
                  <a:lnTo>
                    <a:pt x="0" y="0"/>
                  </a:lnTo>
                  <a:lnTo>
                    <a:pt x="1114528" y="6858000"/>
                  </a:lnTo>
                  <a:lnTo>
                    <a:pt x="1255752" y="6857999"/>
                  </a:lnTo>
                  <a:lnTo>
                    <a:pt x="1255752" y="0"/>
                  </a:lnTo>
                  <a:close/>
                </a:path>
              </a:pathLst>
            </a:custGeom>
            <a:solidFill>
              <a:srgbClr val="226192">
                <a:alpha val="79998"/>
              </a:srgbClr>
            </a:solidFill>
          </p:spPr>
          <p:txBody>
            <a:bodyPr wrap="square" lIns="0" tIns="0" rIns="0" bIns="0" rtlCol="0"/>
            <a:lstStyle/>
            <a:p>
              <a:endParaRPr/>
            </a:p>
          </p:txBody>
        </p:sp>
        <p:sp>
          <p:nvSpPr>
            <p:cNvPr id="11" name="object 11"/>
            <p:cNvSpPr/>
            <p:nvPr/>
          </p:nvSpPr>
          <p:spPr>
            <a:xfrm>
              <a:off x="10372725" y="3590925"/>
              <a:ext cx="1819275" cy="3267075"/>
            </a:xfrm>
            <a:custGeom>
              <a:avLst/>
              <a:gdLst/>
              <a:ahLst/>
              <a:cxnLst/>
              <a:rect l="l" t="t" r="r" b="b"/>
              <a:pathLst>
                <a:path w="1819275" h="3267075">
                  <a:moveTo>
                    <a:pt x="1819275" y="0"/>
                  </a:moveTo>
                  <a:lnTo>
                    <a:pt x="0" y="3267075"/>
                  </a:lnTo>
                  <a:lnTo>
                    <a:pt x="1819275" y="3267075"/>
                  </a:lnTo>
                  <a:lnTo>
                    <a:pt x="1819275" y="0"/>
                  </a:lnTo>
                  <a:close/>
                </a:path>
              </a:pathLst>
            </a:custGeom>
            <a:solidFill>
              <a:srgbClr val="17AFE3">
                <a:alpha val="65881"/>
              </a:srgbClr>
            </a:solidFill>
          </p:spPr>
          <p:txBody>
            <a:bodyPr wrap="square" lIns="0" tIns="0" rIns="0" bIns="0" rtlCol="0"/>
            <a:lstStyle/>
            <a:p>
              <a:endParaRPr/>
            </a:p>
          </p:txBody>
        </p:sp>
      </p:grpSp>
      <p:sp>
        <p:nvSpPr>
          <p:cNvPr id="12" name="object 12"/>
          <p:cNvSpPr/>
          <p:nvPr/>
        </p:nvSpPr>
        <p:spPr>
          <a:xfrm>
            <a:off x="0" y="4010025"/>
            <a:ext cx="447675" cy="2847975"/>
          </a:xfrm>
          <a:custGeom>
            <a:avLst/>
            <a:gdLst/>
            <a:ahLst/>
            <a:cxnLst/>
            <a:rect l="l" t="t" r="r" b="b"/>
            <a:pathLst>
              <a:path w="447675" h="2847975">
                <a:moveTo>
                  <a:pt x="0" y="0"/>
                </a:moveTo>
                <a:lnTo>
                  <a:pt x="0" y="2847975"/>
                </a:lnTo>
                <a:lnTo>
                  <a:pt x="447675" y="2847975"/>
                </a:lnTo>
                <a:lnTo>
                  <a:pt x="0" y="0"/>
                </a:lnTo>
                <a:close/>
              </a:path>
            </a:pathLst>
          </a:custGeom>
          <a:solidFill>
            <a:srgbClr val="5FCAEE">
              <a:alpha val="70195"/>
            </a:srgbClr>
          </a:solidFill>
        </p:spPr>
        <p:txBody>
          <a:bodyPr wrap="square" lIns="0" tIns="0" rIns="0" bIns="0" rtlCol="0"/>
          <a:lstStyle/>
          <a:p>
            <a:endParaRPr/>
          </a:p>
        </p:txBody>
      </p:sp>
      <p:sp>
        <p:nvSpPr>
          <p:cNvPr id="13" name="object 13"/>
          <p:cNvSpPr/>
          <p:nvPr/>
        </p:nvSpPr>
        <p:spPr>
          <a:xfrm>
            <a:off x="9353550" y="5362575"/>
            <a:ext cx="457200" cy="457200"/>
          </a:xfrm>
          <a:custGeom>
            <a:avLst/>
            <a:gdLst/>
            <a:ahLst/>
            <a:cxnLst/>
            <a:rect l="l" t="t" r="r" b="b"/>
            <a:pathLst>
              <a:path w="457200" h="457200">
                <a:moveTo>
                  <a:pt x="457200" y="0"/>
                </a:moveTo>
                <a:lnTo>
                  <a:pt x="0" y="0"/>
                </a:lnTo>
                <a:lnTo>
                  <a:pt x="0" y="457200"/>
                </a:lnTo>
                <a:lnTo>
                  <a:pt x="457200" y="457200"/>
                </a:lnTo>
                <a:lnTo>
                  <a:pt x="457200" y="0"/>
                </a:lnTo>
                <a:close/>
              </a:path>
            </a:pathLst>
          </a:custGeom>
          <a:solidFill>
            <a:srgbClr val="42AF51"/>
          </a:solidFill>
        </p:spPr>
        <p:txBody>
          <a:bodyPr wrap="square" lIns="0" tIns="0" rIns="0" bIns="0" rtlCol="0"/>
          <a:lstStyle/>
          <a:p>
            <a:endParaRPr/>
          </a:p>
        </p:txBody>
      </p:sp>
      <p:sp>
        <p:nvSpPr>
          <p:cNvPr id="14" name="object 14"/>
          <p:cNvSpPr/>
          <p:nvPr/>
        </p:nvSpPr>
        <p:spPr>
          <a:xfrm>
            <a:off x="6696075" y="1695450"/>
            <a:ext cx="314325" cy="323850"/>
          </a:xfrm>
          <a:custGeom>
            <a:avLst/>
            <a:gdLst/>
            <a:ahLst/>
            <a:cxnLst/>
            <a:rect l="l" t="t" r="r" b="b"/>
            <a:pathLst>
              <a:path w="314325" h="323850">
                <a:moveTo>
                  <a:pt x="314325" y="0"/>
                </a:moveTo>
                <a:lnTo>
                  <a:pt x="0" y="0"/>
                </a:lnTo>
                <a:lnTo>
                  <a:pt x="0" y="323850"/>
                </a:lnTo>
                <a:lnTo>
                  <a:pt x="314325" y="323850"/>
                </a:lnTo>
                <a:lnTo>
                  <a:pt x="314325" y="0"/>
                </a:lnTo>
                <a:close/>
              </a:path>
            </a:pathLst>
          </a:custGeom>
          <a:solidFill>
            <a:srgbClr val="2D83C3"/>
          </a:solidFill>
        </p:spPr>
        <p:txBody>
          <a:bodyPr wrap="square" lIns="0" tIns="0" rIns="0" bIns="0" rtlCol="0"/>
          <a:lstStyle/>
          <a:p>
            <a:endParaRPr/>
          </a:p>
        </p:txBody>
      </p:sp>
      <p:sp>
        <p:nvSpPr>
          <p:cNvPr id="15" name="object 15"/>
          <p:cNvSpPr/>
          <p:nvPr/>
        </p:nvSpPr>
        <p:spPr>
          <a:xfrm>
            <a:off x="9353550" y="5895975"/>
            <a:ext cx="180975" cy="180975"/>
          </a:xfrm>
          <a:custGeom>
            <a:avLst/>
            <a:gdLst/>
            <a:ahLst/>
            <a:cxnLst/>
            <a:rect l="l" t="t" r="r" b="b"/>
            <a:pathLst>
              <a:path w="180975" h="180975">
                <a:moveTo>
                  <a:pt x="180975" y="0"/>
                </a:moveTo>
                <a:lnTo>
                  <a:pt x="0" y="0"/>
                </a:lnTo>
                <a:lnTo>
                  <a:pt x="0" y="180975"/>
                </a:lnTo>
                <a:lnTo>
                  <a:pt x="180975" y="180975"/>
                </a:lnTo>
                <a:lnTo>
                  <a:pt x="180975" y="0"/>
                </a:lnTo>
                <a:close/>
              </a:path>
            </a:pathLst>
          </a:custGeom>
          <a:solidFill>
            <a:srgbClr val="2D936B"/>
          </a:solidFill>
        </p:spPr>
        <p:txBody>
          <a:bodyPr wrap="square" lIns="0" tIns="0" rIns="0" bIns="0" rtlCol="0"/>
          <a:lstStyle/>
          <a:p>
            <a:endParaRPr/>
          </a:p>
        </p:txBody>
      </p:sp>
      <p:sp>
        <p:nvSpPr>
          <p:cNvPr id="16" name="object 16" descr="$PPTXTitle"/>
          <p:cNvSpPr txBox="1">
            <a:spLocks noGrp="1"/>
          </p:cNvSpPr>
          <p:nvPr>
            <p:ph type="title"/>
          </p:nvPr>
        </p:nvSpPr>
        <p:spPr>
          <a:xfrm>
            <a:off x="739775" y="829627"/>
            <a:ext cx="5838190" cy="4349268"/>
          </a:xfrm>
          <a:prstGeom prst="rect">
            <a:avLst/>
          </a:prstGeom>
        </p:spPr>
        <p:txBody>
          <a:bodyPr vert="horz" wrap="square" lIns="0" tIns="9525" rIns="0" bIns="0" rtlCol="0">
            <a:spAutoFit/>
          </a:bodyPr>
          <a:lstStyle/>
          <a:p>
            <a:r>
              <a:rPr sz="1800" dirty="0"/>
              <a:t>Project</a:t>
            </a:r>
            <a:r>
              <a:rPr sz="1800" spc="40" dirty="0"/>
              <a:t> </a:t>
            </a:r>
            <a:r>
              <a:rPr sz="1800" spc="-10" dirty="0"/>
              <a:t>Description</a:t>
            </a:r>
            <a:br>
              <a:rPr lang="en-IN" sz="1800" spc="-10" dirty="0"/>
            </a:br>
            <a:br>
              <a:rPr lang="en-IN" sz="1800" spc="-10" dirty="0"/>
            </a:br>
            <a:r>
              <a:rPr lang="en-IN" sz="1400" dirty="0"/>
              <a:t>Research Objectives</a:t>
            </a:r>
            <a:br>
              <a:rPr lang="en-IN" sz="1400" dirty="0"/>
            </a:br>
            <a:r>
              <a:rPr lang="en-IN" sz="1400" b="0" dirty="0"/>
              <a:t>Quantify seasonal yield differentials across major crop cycles including Kharif, Rabi, and Summer (Zaid) to detect historical bottlenecks.</a:t>
            </a:r>
            <a:br>
              <a:rPr lang="en-IN" sz="1400" b="0" dirty="0"/>
            </a:br>
            <a:r>
              <a:rPr lang="en-IN" sz="1400" b="0" dirty="0"/>
              <a:t>Synthesize environmental indicators like seasonal rainfall anomalies, fertilizer intensity, and surface temperature against production metrics.</a:t>
            </a:r>
            <a:br>
              <a:rPr lang="en-IN" sz="1400" b="0" dirty="0"/>
            </a:br>
            <a:r>
              <a:rPr lang="en-IN" sz="1400" b="0" dirty="0"/>
              <a:t>Build automated data cleaning and statistical aggregation pipelines that transform unstructured historical records into actionable intelligence.</a:t>
            </a:r>
            <a:br>
              <a:rPr lang="en-IN" sz="1400" b="0" dirty="0"/>
            </a:br>
            <a:br>
              <a:rPr lang="en-IN" sz="1400" b="0" dirty="0"/>
            </a:br>
            <a:r>
              <a:rPr lang="en-IN" sz="1400" dirty="0"/>
              <a:t>Methodological Scope</a:t>
            </a:r>
            <a:br>
              <a:rPr lang="en-IN" sz="1400" dirty="0"/>
            </a:br>
            <a:r>
              <a:rPr lang="en-IN" sz="1400" b="0" dirty="0"/>
              <a:t>Employs multivariate exploratory data analysis (EDA), anomaly detection, and regression algorithms to forecast seasonal performance.</a:t>
            </a:r>
            <a:br>
              <a:rPr lang="en-IN" sz="1400" b="0" dirty="0"/>
            </a:br>
            <a:r>
              <a:rPr lang="en-IN" sz="1400" b="0" dirty="0"/>
              <a:t>Generates interactive visualizations and heatmaps to aid stakeholders in pinpointing optimal planting schedules.</a:t>
            </a:r>
            <a:br>
              <a:rPr lang="en-IN" sz="1400" b="0" dirty="0"/>
            </a:br>
            <a:r>
              <a:rPr lang="en-IN" sz="1400" b="0" dirty="0"/>
              <a:t>Establishes an empirical baseline for data-backed crop selection, fertilizer allocation, and localized harvest planning.</a:t>
            </a:r>
            <a:br>
              <a:rPr lang="en-IN" sz="1400" b="0" dirty="0"/>
            </a:br>
            <a:br>
              <a:rPr lang="en-IN" sz="1800" dirty="0"/>
            </a:br>
            <a:endParaRPr sz="1800" dirty="0"/>
          </a:p>
        </p:txBody>
      </p:sp>
      <p:sp>
        <p:nvSpPr>
          <p:cNvPr id="21" name="object 21"/>
          <p:cNvSpPr txBox="1">
            <a:spLocks noGrp="1"/>
          </p:cNvSpPr>
          <p:nvPr>
            <p:ph type="sldNum" sz="quarter" idx="7"/>
          </p:nvPr>
        </p:nvSpPr>
        <p:spPr>
          <a:prstGeom prst="rect">
            <a:avLst/>
          </a:prstGeom>
        </p:spPr>
        <p:txBody>
          <a:bodyPr vert="horz" wrap="square" lIns="0" tIns="6985" rIns="0" bIns="0" rtlCol="0">
            <a:spAutoFit/>
          </a:bodyPr>
          <a:lstStyle/>
          <a:p>
            <a:pPr marL="110489">
              <a:lnSpc>
                <a:spcPct val="100000"/>
              </a:lnSpc>
              <a:spcBef>
                <a:spcPts val="55"/>
              </a:spcBef>
            </a:pPr>
            <a:fld id="{81D60167-4931-47E6-BA6A-407CBD079E47}" type="slidenum">
              <a:rPr spc="-50" dirty="0"/>
              <a:t>3</a:t>
            </a:fld>
            <a:endParaRPr spc="-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9353550" y="5362575"/>
            <a:ext cx="457200" cy="457200"/>
          </a:xfrm>
          <a:custGeom>
            <a:avLst/>
            <a:gdLst/>
            <a:ahLst/>
            <a:cxnLst/>
            <a:rect l="l" t="t" r="r" b="b"/>
            <a:pathLst>
              <a:path w="457200" h="457200">
                <a:moveTo>
                  <a:pt x="457200" y="0"/>
                </a:moveTo>
                <a:lnTo>
                  <a:pt x="0" y="0"/>
                </a:lnTo>
                <a:lnTo>
                  <a:pt x="0" y="457200"/>
                </a:lnTo>
                <a:lnTo>
                  <a:pt x="457200" y="457200"/>
                </a:lnTo>
                <a:lnTo>
                  <a:pt x="457200" y="0"/>
                </a:lnTo>
                <a:close/>
              </a:path>
            </a:pathLst>
          </a:custGeom>
          <a:solidFill>
            <a:srgbClr val="42AF51"/>
          </a:solidFill>
        </p:spPr>
        <p:txBody>
          <a:bodyPr wrap="square" lIns="0" tIns="0" rIns="0" bIns="0" rtlCol="0"/>
          <a:lstStyle/>
          <a:p>
            <a:endParaRPr/>
          </a:p>
        </p:txBody>
      </p:sp>
      <p:sp>
        <p:nvSpPr>
          <p:cNvPr id="3" name="object 3"/>
          <p:cNvSpPr/>
          <p:nvPr/>
        </p:nvSpPr>
        <p:spPr>
          <a:xfrm>
            <a:off x="6696075" y="1695450"/>
            <a:ext cx="314325" cy="323850"/>
          </a:xfrm>
          <a:custGeom>
            <a:avLst/>
            <a:gdLst/>
            <a:ahLst/>
            <a:cxnLst/>
            <a:rect l="l" t="t" r="r" b="b"/>
            <a:pathLst>
              <a:path w="314325" h="323850">
                <a:moveTo>
                  <a:pt x="314325" y="0"/>
                </a:moveTo>
                <a:lnTo>
                  <a:pt x="0" y="0"/>
                </a:lnTo>
                <a:lnTo>
                  <a:pt x="0" y="323850"/>
                </a:lnTo>
                <a:lnTo>
                  <a:pt x="314325" y="323850"/>
                </a:lnTo>
                <a:lnTo>
                  <a:pt x="314325" y="0"/>
                </a:lnTo>
                <a:close/>
              </a:path>
            </a:pathLst>
          </a:custGeom>
          <a:solidFill>
            <a:srgbClr val="2D83C3"/>
          </a:solidFill>
        </p:spPr>
        <p:txBody>
          <a:bodyPr wrap="square" lIns="0" tIns="0" rIns="0" bIns="0" rtlCol="0"/>
          <a:lstStyle/>
          <a:p>
            <a:endParaRPr/>
          </a:p>
        </p:txBody>
      </p:sp>
      <p:sp>
        <p:nvSpPr>
          <p:cNvPr id="4" name="object 4"/>
          <p:cNvSpPr/>
          <p:nvPr/>
        </p:nvSpPr>
        <p:spPr>
          <a:xfrm>
            <a:off x="9353550" y="5895975"/>
            <a:ext cx="180975" cy="180975"/>
          </a:xfrm>
          <a:custGeom>
            <a:avLst/>
            <a:gdLst/>
            <a:ahLst/>
            <a:cxnLst/>
            <a:rect l="l" t="t" r="r" b="b"/>
            <a:pathLst>
              <a:path w="180975" h="180975">
                <a:moveTo>
                  <a:pt x="180975" y="0"/>
                </a:moveTo>
                <a:lnTo>
                  <a:pt x="0" y="0"/>
                </a:lnTo>
                <a:lnTo>
                  <a:pt x="0" y="180975"/>
                </a:lnTo>
                <a:lnTo>
                  <a:pt x="180975" y="180975"/>
                </a:lnTo>
                <a:lnTo>
                  <a:pt x="180975" y="0"/>
                </a:lnTo>
                <a:close/>
              </a:path>
            </a:pathLst>
          </a:custGeom>
          <a:solidFill>
            <a:srgbClr val="2D936B"/>
          </a:solidFill>
        </p:spPr>
        <p:txBody>
          <a:bodyPr wrap="square" lIns="0" tIns="0" rIns="0" bIns="0" rtlCol="0"/>
          <a:lstStyle/>
          <a:p>
            <a:endParaRPr/>
          </a:p>
        </p:txBody>
      </p:sp>
      <p:sp>
        <p:nvSpPr>
          <p:cNvPr id="5" name="object 5" descr="$PPTXTitle"/>
          <p:cNvSpPr txBox="1">
            <a:spLocks noGrp="1"/>
          </p:cNvSpPr>
          <p:nvPr>
            <p:ph type="title"/>
          </p:nvPr>
        </p:nvSpPr>
        <p:spPr>
          <a:xfrm>
            <a:off x="699452" y="891793"/>
            <a:ext cx="5013960" cy="4602542"/>
          </a:xfrm>
          <a:prstGeom prst="rect">
            <a:avLst/>
          </a:prstGeom>
        </p:spPr>
        <p:txBody>
          <a:bodyPr vert="horz" wrap="square" lIns="0" tIns="16510" rIns="0" bIns="0" rtlCol="0">
            <a:spAutoFit/>
          </a:bodyPr>
          <a:lstStyle/>
          <a:p>
            <a:r>
              <a:rPr sz="1800" dirty="0"/>
              <a:t>WHO</a:t>
            </a:r>
            <a:r>
              <a:rPr sz="1800" spc="-245" dirty="0"/>
              <a:t> </a:t>
            </a:r>
            <a:r>
              <a:rPr sz="1800" dirty="0"/>
              <a:t>ARE</a:t>
            </a:r>
            <a:r>
              <a:rPr sz="1800" spc="-70" dirty="0"/>
              <a:t> </a:t>
            </a:r>
            <a:r>
              <a:rPr sz="1800" dirty="0"/>
              <a:t>THE</a:t>
            </a:r>
            <a:r>
              <a:rPr sz="1800" spc="-60" dirty="0"/>
              <a:t> </a:t>
            </a:r>
            <a:r>
              <a:rPr sz="1800" dirty="0"/>
              <a:t>END</a:t>
            </a:r>
            <a:r>
              <a:rPr sz="1800" spc="-70" dirty="0"/>
              <a:t> </a:t>
            </a:r>
            <a:r>
              <a:rPr sz="1800" spc="-10" dirty="0"/>
              <a:t>USERS?</a:t>
            </a:r>
            <a:br>
              <a:rPr lang="en-IN" sz="1800" spc="-10" dirty="0"/>
            </a:br>
            <a:br>
              <a:rPr lang="en-IN" sz="1400" dirty="0"/>
            </a:br>
            <a:r>
              <a:rPr lang="en-IN" sz="1400" dirty="0"/>
              <a:t>Farmers &amp; FPOs</a:t>
            </a:r>
            <a:br>
              <a:rPr lang="en-IN" sz="1400" dirty="0"/>
            </a:br>
            <a:r>
              <a:rPr lang="en-IN" sz="1400" b="0" dirty="0"/>
              <a:t>Guides smallholder farmers and Producer Organizations on crop selection, sowing schedules, and seasonal resource budgeting to minimize yield losses.</a:t>
            </a:r>
            <a:br>
              <a:rPr lang="en-IN" sz="1400" b="0" dirty="0"/>
            </a:br>
            <a:br>
              <a:rPr lang="en-IN" sz="1400" b="0" dirty="0"/>
            </a:br>
            <a:r>
              <a:rPr lang="en-IN" sz="1400" dirty="0" err="1"/>
              <a:t>Agritech</a:t>
            </a:r>
            <a:r>
              <a:rPr lang="en-IN" sz="1400" dirty="0"/>
              <a:t> Planners</a:t>
            </a:r>
            <a:br>
              <a:rPr lang="en-IN" sz="1400" dirty="0"/>
            </a:br>
            <a:r>
              <a:rPr lang="en-IN" sz="1400" b="0" dirty="0"/>
              <a:t>Enables government bodies and policy planners to prepare seasonal food security reserves, drought buffers, and minimum support prices.</a:t>
            </a:r>
            <a:br>
              <a:rPr lang="en-IN" sz="1400" b="0" dirty="0"/>
            </a:br>
            <a:br>
              <a:rPr lang="en-IN" sz="1400" b="0" dirty="0"/>
            </a:br>
            <a:r>
              <a:rPr lang="en-IN" sz="1400" dirty="0"/>
              <a:t>Supply Chains</a:t>
            </a:r>
            <a:br>
              <a:rPr lang="en-IN" sz="1400" dirty="0"/>
            </a:br>
            <a:r>
              <a:rPr lang="en-IN" sz="1400" b="0" dirty="0"/>
              <a:t>Assists commodity buyers, cold storage facilities, and logistics firms in anticipating post-harvest volume spikes across seasonal corridors.</a:t>
            </a:r>
            <a:br>
              <a:rPr lang="en-IN" sz="1400" b="0" dirty="0"/>
            </a:br>
            <a:br>
              <a:rPr lang="en-IN" sz="1400" b="0" dirty="0"/>
            </a:br>
            <a:r>
              <a:rPr lang="en-IN" sz="1400" dirty="0"/>
              <a:t>Agri-Researchers</a:t>
            </a:r>
            <a:br>
              <a:rPr lang="en-IN" sz="1400" dirty="0"/>
            </a:br>
            <a:r>
              <a:rPr lang="en-IN" sz="1400" b="0" dirty="0"/>
              <a:t>Supplies verified seasonal performance indices to agronomists studying crop resilience against erratic microclimate shifts.</a:t>
            </a:r>
            <a:br>
              <a:rPr lang="en-IN" sz="1400" b="0" dirty="0"/>
            </a:br>
            <a:endParaRPr sz="1400" dirty="0"/>
          </a:p>
        </p:txBody>
      </p:sp>
      <p:sp>
        <p:nvSpPr>
          <p:cNvPr id="8" name="object 8"/>
          <p:cNvSpPr txBox="1">
            <a:spLocks noGrp="1"/>
          </p:cNvSpPr>
          <p:nvPr>
            <p:ph type="sldNum" sz="quarter" idx="7"/>
          </p:nvPr>
        </p:nvSpPr>
        <p:spPr>
          <a:prstGeom prst="rect">
            <a:avLst/>
          </a:prstGeom>
        </p:spPr>
        <p:txBody>
          <a:bodyPr vert="horz" wrap="square" lIns="0" tIns="6985" rIns="0" bIns="0" rtlCol="0">
            <a:spAutoFit/>
          </a:bodyPr>
          <a:lstStyle/>
          <a:p>
            <a:pPr marL="110489">
              <a:lnSpc>
                <a:spcPct val="100000"/>
              </a:lnSpc>
              <a:spcBef>
                <a:spcPts val="55"/>
              </a:spcBef>
            </a:pPr>
            <a:fld id="{81D60167-4931-47E6-BA6A-407CBD079E47}" type="slidenum">
              <a:rPr spc="-50" dirty="0"/>
              <a:t>4</a:t>
            </a:fld>
            <a:endParaRPr spc="-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0" y="0"/>
            <a:ext cx="12192000" cy="6858000"/>
          </a:xfrm>
          <a:custGeom>
            <a:avLst/>
            <a:gdLst/>
            <a:ahLst/>
            <a:cxnLst/>
            <a:rect l="l" t="t" r="r" b="b"/>
            <a:pathLst>
              <a:path w="12192000" h="6858000">
                <a:moveTo>
                  <a:pt x="12192000" y="0"/>
                </a:moveTo>
                <a:lnTo>
                  <a:pt x="0" y="0"/>
                </a:lnTo>
                <a:lnTo>
                  <a:pt x="0" y="6858000"/>
                </a:lnTo>
                <a:lnTo>
                  <a:pt x="12192000" y="6858000"/>
                </a:lnTo>
                <a:lnTo>
                  <a:pt x="12192000" y="0"/>
                </a:lnTo>
                <a:close/>
              </a:path>
            </a:pathLst>
          </a:custGeom>
          <a:solidFill>
            <a:srgbClr val="F1F1F1"/>
          </a:solidFill>
        </p:spPr>
        <p:txBody>
          <a:bodyPr wrap="square" lIns="0" tIns="0" rIns="0" bIns="0" rtlCol="0"/>
          <a:lstStyle/>
          <a:p>
            <a:endParaRPr/>
          </a:p>
        </p:txBody>
      </p:sp>
      <p:grpSp>
        <p:nvGrpSpPr>
          <p:cNvPr id="3" name="object 3"/>
          <p:cNvGrpSpPr/>
          <p:nvPr/>
        </p:nvGrpSpPr>
        <p:grpSpPr>
          <a:xfrm>
            <a:off x="7443847" y="0"/>
            <a:ext cx="4752975" cy="6863080"/>
            <a:chOff x="7443847" y="0"/>
            <a:chExt cx="4752975" cy="6863080"/>
          </a:xfrm>
        </p:grpSpPr>
        <p:sp>
          <p:nvSpPr>
            <p:cNvPr id="4" name="object 4"/>
            <p:cNvSpPr/>
            <p:nvPr/>
          </p:nvSpPr>
          <p:spPr>
            <a:xfrm>
              <a:off x="7448609" y="4825"/>
              <a:ext cx="4743450" cy="6853555"/>
            </a:xfrm>
            <a:custGeom>
              <a:avLst/>
              <a:gdLst/>
              <a:ahLst/>
              <a:cxnLst/>
              <a:rect l="l" t="t" r="r" b="b"/>
              <a:pathLst>
                <a:path w="4743450" h="6853555">
                  <a:moveTo>
                    <a:pt x="1928816" y="0"/>
                  </a:moveTo>
                  <a:lnTo>
                    <a:pt x="3147169" y="6853174"/>
                  </a:lnTo>
                </a:path>
                <a:path w="4743450" h="6853555">
                  <a:moveTo>
                    <a:pt x="4743390" y="3690070"/>
                  </a:moveTo>
                  <a:lnTo>
                    <a:pt x="0" y="6853174"/>
                  </a:lnTo>
                </a:path>
              </a:pathLst>
            </a:custGeom>
            <a:ln w="9525">
              <a:solidFill>
                <a:srgbClr val="5FCAEE"/>
              </a:solidFill>
            </a:ln>
          </p:spPr>
          <p:txBody>
            <a:bodyPr wrap="square" lIns="0" tIns="0" rIns="0" bIns="0" rtlCol="0"/>
            <a:lstStyle/>
            <a:p>
              <a:endParaRPr/>
            </a:p>
          </p:txBody>
        </p:sp>
        <p:sp>
          <p:nvSpPr>
            <p:cNvPr id="5" name="object 5"/>
            <p:cNvSpPr/>
            <p:nvPr/>
          </p:nvSpPr>
          <p:spPr>
            <a:xfrm>
              <a:off x="9182100" y="0"/>
              <a:ext cx="3009900" cy="6858000"/>
            </a:xfrm>
            <a:custGeom>
              <a:avLst/>
              <a:gdLst/>
              <a:ahLst/>
              <a:cxnLst/>
              <a:rect l="l" t="t" r="r" b="b"/>
              <a:pathLst>
                <a:path w="3009900" h="6858000">
                  <a:moveTo>
                    <a:pt x="3009900" y="0"/>
                  </a:moveTo>
                  <a:lnTo>
                    <a:pt x="2044400" y="0"/>
                  </a:lnTo>
                  <a:lnTo>
                    <a:pt x="0" y="6858000"/>
                  </a:lnTo>
                  <a:lnTo>
                    <a:pt x="3009900" y="6858000"/>
                  </a:lnTo>
                  <a:lnTo>
                    <a:pt x="3009900" y="0"/>
                  </a:lnTo>
                  <a:close/>
                </a:path>
              </a:pathLst>
            </a:custGeom>
            <a:solidFill>
              <a:srgbClr val="5FCAEE">
                <a:alpha val="36077"/>
              </a:srgbClr>
            </a:solidFill>
          </p:spPr>
          <p:txBody>
            <a:bodyPr wrap="square" lIns="0" tIns="0" rIns="0" bIns="0" rtlCol="0"/>
            <a:lstStyle/>
            <a:p>
              <a:endParaRPr/>
            </a:p>
          </p:txBody>
        </p:sp>
        <p:sp>
          <p:nvSpPr>
            <p:cNvPr id="6" name="object 6"/>
            <p:cNvSpPr/>
            <p:nvPr/>
          </p:nvSpPr>
          <p:spPr>
            <a:xfrm>
              <a:off x="9602878" y="0"/>
              <a:ext cx="2589530" cy="6858000"/>
            </a:xfrm>
            <a:custGeom>
              <a:avLst/>
              <a:gdLst/>
              <a:ahLst/>
              <a:cxnLst/>
              <a:rect l="l" t="t" r="r" b="b"/>
              <a:pathLst>
                <a:path w="2589529" h="6858000">
                  <a:moveTo>
                    <a:pt x="2589120" y="0"/>
                  </a:moveTo>
                  <a:lnTo>
                    <a:pt x="0" y="0"/>
                  </a:lnTo>
                  <a:lnTo>
                    <a:pt x="1208884" y="6858000"/>
                  </a:lnTo>
                  <a:lnTo>
                    <a:pt x="2589120" y="6858000"/>
                  </a:lnTo>
                  <a:lnTo>
                    <a:pt x="2589120" y="0"/>
                  </a:lnTo>
                  <a:close/>
                </a:path>
              </a:pathLst>
            </a:custGeom>
            <a:solidFill>
              <a:srgbClr val="5FCAEE">
                <a:alpha val="19999"/>
              </a:srgbClr>
            </a:solidFill>
          </p:spPr>
          <p:txBody>
            <a:bodyPr wrap="square" lIns="0" tIns="0" rIns="0" bIns="0" rtlCol="0"/>
            <a:lstStyle/>
            <a:p>
              <a:endParaRPr/>
            </a:p>
          </p:txBody>
        </p:sp>
        <p:sp>
          <p:nvSpPr>
            <p:cNvPr id="7" name="object 7"/>
            <p:cNvSpPr/>
            <p:nvPr/>
          </p:nvSpPr>
          <p:spPr>
            <a:xfrm>
              <a:off x="8934450" y="3048000"/>
              <a:ext cx="3257550" cy="3810000"/>
            </a:xfrm>
            <a:custGeom>
              <a:avLst/>
              <a:gdLst/>
              <a:ahLst/>
              <a:cxnLst/>
              <a:rect l="l" t="t" r="r" b="b"/>
              <a:pathLst>
                <a:path w="3257550" h="3810000">
                  <a:moveTo>
                    <a:pt x="3257550" y="0"/>
                  </a:moveTo>
                  <a:lnTo>
                    <a:pt x="0" y="3810000"/>
                  </a:lnTo>
                  <a:lnTo>
                    <a:pt x="3257550" y="3810000"/>
                  </a:lnTo>
                  <a:lnTo>
                    <a:pt x="3257550" y="0"/>
                  </a:lnTo>
                  <a:close/>
                </a:path>
              </a:pathLst>
            </a:custGeom>
            <a:solidFill>
              <a:srgbClr val="17AFE3">
                <a:alpha val="65881"/>
              </a:srgbClr>
            </a:solidFill>
          </p:spPr>
          <p:txBody>
            <a:bodyPr wrap="square" lIns="0" tIns="0" rIns="0" bIns="0" rtlCol="0"/>
            <a:lstStyle/>
            <a:p>
              <a:endParaRPr/>
            </a:p>
          </p:txBody>
        </p:sp>
        <p:sp>
          <p:nvSpPr>
            <p:cNvPr id="8" name="object 8"/>
            <p:cNvSpPr/>
            <p:nvPr/>
          </p:nvSpPr>
          <p:spPr>
            <a:xfrm>
              <a:off x="9337930" y="0"/>
              <a:ext cx="2854325" cy="6858000"/>
            </a:xfrm>
            <a:custGeom>
              <a:avLst/>
              <a:gdLst/>
              <a:ahLst/>
              <a:cxnLst/>
              <a:rect l="l" t="t" r="r" b="b"/>
              <a:pathLst>
                <a:path w="2854325" h="6858000">
                  <a:moveTo>
                    <a:pt x="2854069" y="0"/>
                  </a:moveTo>
                  <a:lnTo>
                    <a:pt x="0" y="0"/>
                  </a:lnTo>
                  <a:lnTo>
                    <a:pt x="2470021" y="6858000"/>
                  </a:lnTo>
                  <a:lnTo>
                    <a:pt x="2854069" y="6858000"/>
                  </a:lnTo>
                  <a:lnTo>
                    <a:pt x="2854069" y="0"/>
                  </a:lnTo>
                  <a:close/>
                </a:path>
              </a:pathLst>
            </a:custGeom>
            <a:solidFill>
              <a:srgbClr val="17AFE3">
                <a:alpha val="50195"/>
              </a:srgbClr>
            </a:solidFill>
          </p:spPr>
          <p:txBody>
            <a:bodyPr wrap="square" lIns="0" tIns="0" rIns="0" bIns="0" rtlCol="0"/>
            <a:lstStyle/>
            <a:p>
              <a:endParaRPr/>
            </a:p>
          </p:txBody>
        </p:sp>
        <p:sp>
          <p:nvSpPr>
            <p:cNvPr id="9" name="object 9"/>
            <p:cNvSpPr/>
            <p:nvPr/>
          </p:nvSpPr>
          <p:spPr>
            <a:xfrm>
              <a:off x="10896600" y="0"/>
              <a:ext cx="1295400" cy="6858000"/>
            </a:xfrm>
            <a:custGeom>
              <a:avLst/>
              <a:gdLst/>
              <a:ahLst/>
              <a:cxnLst/>
              <a:rect l="l" t="t" r="r" b="b"/>
              <a:pathLst>
                <a:path w="1295400" h="6858000">
                  <a:moveTo>
                    <a:pt x="1295400" y="0"/>
                  </a:moveTo>
                  <a:lnTo>
                    <a:pt x="1022453" y="0"/>
                  </a:lnTo>
                  <a:lnTo>
                    <a:pt x="0" y="6858000"/>
                  </a:lnTo>
                  <a:lnTo>
                    <a:pt x="1295400" y="6858000"/>
                  </a:lnTo>
                  <a:lnTo>
                    <a:pt x="1295400" y="0"/>
                  </a:lnTo>
                  <a:close/>
                </a:path>
              </a:pathLst>
            </a:custGeom>
            <a:solidFill>
              <a:srgbClr val="2D83C3">
                <a:alpha val="70195"/>
              </a:srgbClr>
            </a:solidFill>
          </p:spPr>
          <p:txBody>
            <a:bodyPr wrap="square" lIns="0" tIns="0" rIns="0" bIns="0" rtlCol="0"/>
            <a:lstStyle/>
            <a:p>
              <a:endParaRPr/>
            </a:p>
          </p:txBody>
        </p:sp>
        <p:sp>
          <p:nvSpPr>
            <p:cNvPr id="10" name="object 10"/>
            <p:cNvSpPr/>
            <p:nvPr/>
          </p:nvSpPr>
          <p:spPr>
            <a:xfrm>
              <a:off x="10936247" y="0"/>
              <a:ext cx="1256030" cy="6858000"/>
            </a:xfrm>
            <a:custGeom>
              <a:avLst/>
              <a:gdLst/>
              <a:ahLst/>
              <a:cxnLst/>
              <a:rect l="l" t="t" r="r" b="b"/>
              <a:pathLst>
                <a:path w="1256029" h="6858000">
                  <a:moveTo>
                    <a:pt x="1255752" y="0"/>
                  </a:moveTo>
                  <a:lnTo>
                    <a:pt x="0" y="0"/>
                  </a:lnTo>
                  <a:lnTo>
                    <a:pt x="1114528" y="6858000"/>
                  </a:lnTo>
                  <a:lnTo>
                    <a:pt x="1255752" y="6857999"/>
                  </a:lnTo>
                  <a:lnTo>
                    <a:pt x="1255752" y="0"/>
                  </a:lnTo>
                  <a:close/>
                </a:path>
              </a:pathLst>
            </a:custGeom>
            <a:solidFill>
              <a:srgbClr val="226192">
                <a:alpha val="79998"/>
              </a:srgbClr>
            </a:solidFill>
          </p:spPr>
          <p:txBody>
            <a:bodyPr wrap="square" lIns="0" tIns="0" rIns="0" bIns="0" rtlCol="0"/>
            <a:lstStyle/>
            <a:p>
              <a:endParaRPr/>
            </a:p>
          </p:txBody>
        </p:sp>
        <p:sp>
          <p:nvSpPr>
            <p:cNvPr id="11" name="object 11"/>
            <p:cNvSpPr/>
            <p:nvPr/>
          </p:nvSpPr>
          <p:spPr>
            <a:xfrm>
              <a:off x="10372725" y="3590925"/>
              <a:ext cx="1819275" cy="3267075"/>
            </a:xfrm>
            <a:custGeom>
              <a:avLst/>
              <a:gdLst/>
              <a:ahLst/>
              <a:cxnLst/>
              <a:rect l="l" t="t" r="r" b="b"/>
              <a:pathLst>
                <a:path w="1819275" h="3267075">
                  <a:moveTo>
                    <a:pt x="1819275" y="0"/>
                  </a:moveTo>
                  <a:lnTo>
                    <a:pt x="0" y="3267075"/>
                  </a:lnTo>
                  <a:lnTo>
                    <a:pt x="1819275" y="3267075"/>
                  </a:lnTo>
                  <a:lnTo>
                    <a:pt x="1819275" y="0"/>
                  </a:lnTo>
                  <a:close/>
                </a:path>
              </a:pathLst>
            </a:custGeom>
            <a:solidFill>
              <a:srgbClr val="17AFE3">
                <a:alpha val="65881"/>
              </a:srgbClr>
            </a:solidFill>
          </p:spPr>
          <p:txBody>
            <a:bodyPr wrap="square" lIns="0" tIns="0" rIns="0" bIns="0" rtlCol="0"/>
            <a:lstStyle/>
            <a:p>
              <a:endParaRPr/>
            </a:p>
          </p:txBody>
        </p:sp>
      </p:grpSp>
      <p:sp>
        <p:nvSpPr>
          <p:cNvPr id="12" name="object 12"/>
          <p:cNvSpPr/>
          <p:nvPr/>
        </p:nvSpPr>
        <p:spPr>
          <a:xfrm>
            <a:off x="0" y="4010025"/>
            <a:ext cx="447675" cy="2847975"/>
          </a:xfrm>
          <a:custGeom>
            <a:avLst/>
            <a:gdLst/>
            <a:ahLst/>
            <a:cxnLst/>
            <a:rect l="l" t="t" r="r" b="b"/>
            <a:pathLst>
              <a:path w="447675" h="2847975">
                <a:moveTo>
                  <a:pt x="0" y="0"/>
                </a:moveTo>
                <a:lnTo>
                  <a:pt x="0" y="2847975"/>
                </a:lnTo>
                <a:lnTo>
                  <a:pt x="447675" y="2847975"/>
                </a:lnTo>
                <a:lnTo>
                  <a:pt x="0" y="0"/>
                </a:lnTo>
                <a:close/>
              </a:path>
            </a:pathLst>
          </a:custGeom>
          <a:solidFill>
            <a:srgbClr val="5FCAEE">
              <a:alpha val="70195"/>
            </a:srgbClr>
          </a:solidFill>
        </p:spPr>
        <p:txBody>
          <a:bodyPr wrap="square" lIns="0" tIns="0" rIns="0" bIns="0" rtlCol="0"/>
          <a:lstStyle/>
          <a:p>
            <a:endParaRPr/>
          </a:p>
        </p:txBody>
      </p:sp>
      <p:sp>
        <p:nvSpPr>
          <p:cNvPr id="13" name="object 13"/>
          <p:cNvSpPr txBox="1"/>
          <p:nvPr/>
        </p:nvSpPr>
        <p:spPr>
          <a:xfrm>
            <a:off x="752475" y="6486037"/>
            <a:ext cx="1754505" cy="166370"/>
          </a:xfrm>
          <a:prstGeom prst="rect">
            <a:avLst/>
          </a:prstGeom>
        </p:spPr>
        <p:txBody>
          <a:bodyPr vert="horz" wrap="square" lIns="0" tIns="0" rIns="0" bIns="0" rtlCol="0">
            <a:spAutoFit/>
          </a:bodyPr>
          <a:lstStyle/>
          <a:p>
            <a:pPr>
              <a:lnSpc>
                <a:spcPts val="1275"/>
              </a:lnSpc>
              <a:tabLst>
                <a:tab pos="785495" algn="l"/>
              </a:tabLst>
            </a:pPr>
            <a:r>
              <a:rPr sz="1100" spc="-10" dirty="0">
                <a:solidFill>
                  <a:srgbClr val="2D83C3"/>
                </a:solidFill>
                <a:latin typeface="Trebuchet MS"/>
                <a:cs typeface="Trebuchet MS"/>
              </a:rPr>
              <a:t>9/14/2026</a:t>
            </a:r>
            <a:r>
              <a:rPr sz="1100" dirty="0">
                <a:solidFill>
                  <a:srgbClr val="2D83C3"/>
                </a:solidFill>
                <a:latin typeface="Trebuchet MS"/>
                <a:cs typeface="Trebuchet MS"/>
              </a:rPr>
              <a:t>	</a:t>
            </a:r>
            <a:r>
              <a:rPr sz="1100" b="1" dirty="0">
                <a:solidFill>
                  <a:srgbClr val="2D83C3"/>
                </a:solidFill>
                <a:latin typeface="Trebuchet MS"/>
                <a:cs typeface="Trebuchet MS"/>
              </a:rPr>
              <a:t>Annual</a:t>
            </a:r>
            <a:r>
              <a:rPr sz="1100" b="1" spc="-25" dirty="0">
                <a:solidFill>
                  <a:srgbClr val="2D83C3"/>
                </a:solidFill>
                <a:latin typeface="Trebuchet MS"/>
                <a:cs typeface="Trebuchet MS"/>
              </a:rPr>
              <a:t> </a:t>
            </a:r>
            <a:r>
              <a:rPr sz="1100" b="1" spc="-10" dirty="0">
                <a:solidFill>
                  <a:srgbClr val="2D83C3"/>
                </a:solidFill>
                <a:latin typeface="Trebuchet MS"/>
                <a:cs typeface="Trebuchet MS"/>
              </a:rPr>
              <a:t>Review</a:t>
            </a:r>
            <a:endParaRPr sz="1100">
              <a:latin typeface="Trebuchet MS"/>
              <a:cs typeface="Trebuchet MS"/>
            </a:endParaRPr>
          </a:p>
        </p:txBody>
      </p:sp>
      <p:sp>
        <p:nvSpPr>
          <p:cNvPr id="14" name="object 14"/>
          <p:cNvSpPr/>
          <p:nvPr/>
        </p:nvSpPr>
        <p:spPr>
          <a:xfrm>
            <a:off x="7362825" y="447675"/>
            <a:ext cx="361950" cy="361950"/>
          </a:xfrm>
          <a:custGeom>
            <a:avLst/>
            <a:gdLst/>
            <a:ahLst/>
            <a:cxnLst/>
            <a:rect l="l" t="t" r="r" b="b"/>
            <a:pathLst>
              <a:path w="361950" h="361950">
                <a:moveTo>
                  <a:pt x="180975" y="0"/>
                </a:moveTo>
                <a:lnTo>
                  <a:pt x="132864" y="6464"/>
                </a:lnTo>
                <a:lnTo>
                  <a:pt x="89633" y="24708"/>
                </a:lnTo>
                <a:lnTo>
                  <a:pt x="53006" y="53006"/>
                </a:lnTo>
                <a:lnTo>
                  <a:pt x="24708" y="89633"/>
                </a:lnTo>
                <a:lnTo>
                  <a:pt x="6464" y="132864"/>
                </a:lnTo>
                <a:lnTo>
                  <a:pt x="0" y="180975"/>
                </a:lnTo>
                <a:lnTo>
                  <a:pt x="6464" y="229085"/>
                </a:lnTo>
                <a:lnTo>
                  <a:pt x="24708" y="272316"/>
                </a:lnTo>
                <a:lnTo>
                  <a:pt x="53006" y="308943"/>
                </a:lnTo>
                <a:lnTo>
                  <a:pt x="89633" y="337241"/>
                </a:lnTo>
                <a:lnTo>
                  <a:pt x="132864" y="355485"/>
                </a:lnTo>
                <a:lnTo>
                  <a:pt x="180975" y="361950"/>
                </a:lnTo>
                <a:lnTo>
                  <a:pt x="229085" y="355485"/>
                </a:lnTo>
                <a:lnTo>
                  <a:pt x="272316" y="337241"/>
                </a:lnTo>
                <a:lnTo>
                  <a:pt x="308943" y="308943"/>
                </a:lnTo>
                <a:lnTo>
                  <a:pt x="337241" y="272316"/>
                </a:lnTo>
                <a:lnTo>
                  <a:pt x="355485" y="229085"/>
                </a:lnTo>
                <a:lnTo>
                  <a:pt x="361950" y="180975"/>
                </a:lnTo>
                <a:lnTo>
                  <a:pt x="355485" y="132864"/>
                </a:lnTo>
                <a:lnTo>
                  <a:pt x="337241" y="89633"/>
                </a:lnTo>
                <a:lnTo>
                  <a:pt x="308943" y="53006"/>
                </a:lnTo>
                <a:lnTo>
                  <a:pt x="272316" y="24708"/>
                </a:lnTo>
                <a:lnTo>
                  <a:pt x="229085" y="6464"/>
                </a:lnTo>
                <a:lnTo>
                  <a:pt x="180975" y="0"/>
                </a:lnTo>
                <a:close/>
              </a:path>
            </a:pathLst>
          </a:custGeom>
          <a:solidFill>
            <a:srgbClr val="EBEBEB"/>
          </a:solidFill>
        </p:spPr>
        <p:txBody>
          <a:bodyPr wrap="square" lIns="0" tIns="0" rIns="0" bIns="0" rtlCol="0"/>
          <a:lstStyle/>
          <a:p>
            <a:endParaRPr/>
          </a:p>
        </p:txBody>
      </p:sp>
      <p:sp>
        <p:nvSpPr>
          <p:cNvPr id="15" name="object 15"/>
          <p:cNvSpPr/>
          <p:nvPr/>
        </p:nvSpPr>
        <p:spPr>
          <a:xfrm>
            <a:off x="11010900" y="5610225"/>
            <a:ext cx="647700" cy="647700"/>
          </a:xfrm>
          <a:custGeom>
            <a:avLst/>
            <a:gdLst/>
            <a:ahLst/>
            <a:cxnLst/>
            <a:rect l="l" t="t" r="r" b="b"/>
            <a:pathLst>
              <a:path w="647700" h="647700">
                <a:moveTo>
                  <a:pt x="323850" y="0"/>
                </a:moveTo>
                <a:lnTo>
                  <a:pt x="276003" y="3511"/>
                </a:lnTo>
                <a:lnTo>
                  <a:pt x="230332" y="13711"/>
                </a:lnTo>
                <a:lnTo>
                  <a:pt x="187340" y="30099"/>
                </a:lnTo>
                <a:lnTo>
                  <a:pt x="147528" y="52175"/>
                </a:lnTo>
                <a:lnTo>
                  <a:pt x="111397" y="79436"/>
                </a:lnTo>
                <a:lnTo>
                  <a:pt x="79448" y="111381"/>
                </a:lnTo>
                <a:lnTo>
                  <a:pt x="52184" y="147511"/>
                </a:lnTo>
                <a:lnTo>
                  <a:pt x="30106" y="187324"/>
                </a:lnTo>
                <a:lnTo>
                  <a:pt x="13714" y="230319"/>
                </a:lnTo>
                <a:lnTo>
                  <a:pt x="3512" y="275994"/>
                </a:lnTo>
                <a:lnTo>
                  <a:pt x="0" y="323850"/>
                </a:lnTo>
                <a:lnTo>
                  <a:pt x="3512" y="371705"/>
                </a:lnTo>
                <a:lnTo>
                  <a:pt x="13714" y="417380"/>
                </a:lnTo>
                <a:lnTo>
                  <a:pt x="30106" y="460375"/>
                </a:lnTo>
                <a:lnTo>
                  <a:pt x="52184" y="500188"/>
                </a:lnTo>
                <a:lnTo>
                  <a:pt x="79448" y="536318"/>
                </a:lnTo>
                <a:lnTo>
                  <a:pt x="111397" y="568263"/>
                </a:lnTo>
                <a:lnTo>
                  <a:pt x="147528" y="595524"/>
                </a:lnTo>
                <a:lnTo>
                  <a:pt x="187340" y="617600"/>
                </a:lnTo>
                <a:lnTo>
                  <a:pt x="230332" y="633988"/>
                </a:lnTo>
                <a:lnTo>
                  <a:pt x="276003" y="644188"/>
                </a:lnTo>
                <a:lnTo>
                  <a:pt x="323850" y="647700"/>
                </a:lnTo>
                <a:lnTo>
                  <a:pt x="371696" y="644188"/>
                </a:lnTo>
                <a:lnTo>
                  <a:pt x="417367" y="633988"/>
                </a:lnTo>
                <a:lnTo>
                  <a:pt x="460359" y="617600"/>
                </a:lnTo>
                <a:lnTo>
                  <a:pt x="500171" y="595524"/>
                </a:lnTo>
                <a:lnTo>
                  <a:pt x="536302" y="568263"/>
                </a:lnTo>
                <a:lnTo>
                  <a:pt x="568251" y="536318"/>
                </a:lnTo>
                <a:lnTo>
                  <a:pt x="595515" y="500188"/>
                </a:lnTo>
                <a:lnTo>
                  <a:pt x="617593" y="460375"/>
                </a:lnTo>
                <a:lnTo>
                  <a:pt x="633985" y="417380"/>
                </a:lnTo>
                <a:lnTo>
                  <a:pt x="644187" y="371705"/>
                </a:lnTo>
                <a:lnTo>
                  <a:pt x="647700" y="323850"/>
                </a:lnTo>
                <a:lnTo>
                  <a:pt x="644187" y="275994"/>
                </a:lnTo>
                <a:lnTo>
                  <a:pt x="633985" y="230319"/>
                </a:lnTo>
                <a:lnTo>
                  <a:pt x="617593" y="187324"/>
                </a:lnTo>
                <a:lnTo>
                  <a:pt x="595515" y="147511"/>
                </a:lnTo>
                <a:lnTo>
                  <a:pt x="568251" y="111381"/>
                </a:lnTo>
                <a:lnTo>
                  <a:pt x="536302" y="79436"/>
                </a:lnTo>
                <a:lnTo>
                  <a:pt x="500171" y="52175"/>
                </a:lnTo>
                <a:lnTo>
                  <a:pt x="460359" y="30099"/>
                </a:lnTo>
                <a:lnTo>
                  <a:pt x="417367" y="13711"/>
                </a:lnTo>
                <a:lnTo>
                  <a:pt x="371696" y="3511"/>
                </a:lnTo>
                <a:lnTo>
                  <a:pt x="323850" y="0"/>
                </a:lnTo>
                <a:close/>
              </a:path>
            </a:pathLst>
          </a:custGeom>
          <a:solidFill>
            <a:srgbClr val="2D83C3"/>
          </a:solidFill>
        </p:spPr>
        <p:txBody>
          <a:bodyPr wrap="square" lIns="0" tIns="0" rIns="0" bIns="0" rtlCol="0"/>
          <a:lstStyle/>
          <a:p>
            <a:endParaRPr/>
          </a:p>
        </p:txBody>
      </p:sp>
      <p:pic>
        <p:nvPicPr>
          <p:cNvPr id="16" name="object 16"/>
          <p:cNvPicPr/>
          <p:nvPr/>
        </p:nvPicPr>
        <p:blipFill>
          <a:blip r:embed="rId2" cstate="print"/>
          <a:stretch>
            <a:fillRect/>
          </a:stretch>
        </p:blipFill>
        <p:spPr>
          <a:xfrm>
            <a:off x="10687050" y="6134100"/>
            <a:ext cx="247650" cy="247650"/>
          </a:xfrm>
          <a:prstGeom prst="rect">
            <a:avLst/>
          </a:prstGeom>
        </p:spPr>
      </p:pic>
      <p:grpSp>
        <p:nvGrpSpPr>
          <p:cNvPr id="17" name="object 17"/>
          <p:cNvGrpSpPr/>
          <p:nvPr/>
        </p:nvGrpSpPr>
        <p:grpSpPr>
          <a:xfrm>
            <a:off x="47625" y="3819523"/>
            <a:ext cx="4124325" cy="3009900"/>
            <a:chOff x="47625" y="3819523"/>
            <a:chExt cx="4124325" cy="3009900"/>
          </a:xfrm>
        </p:grpSpPr>
        <p:pic>
          <p:nvPicPr>
            <p:cNvPr id="18" name="object 18"/>
            <p:cNvPicPr/>
            <p:nvPr/>
          </p:nvPicPr>
          <p:blipFill>
            <a:blip r:embed="rId3" cstate="print"/>
            <a:stretch>
              <a:fillRect/>
            </a:stretch>
          </p:blipFill>
          <p:spPr>
            <a:xfrm>
              <a:off x="466725" y="6410325"/>
              <a:ext cx="3705225" cy="295275"/>
            </a:xfrm>
            <a:prstGeom prst="rect">
              <a:avLst/>
            </a:prstGeom>
          </p:spPr>
        </p:pic>
        <p:pic>
          <p:nvPicPr>
            <p:cNvPr id="19" name="object 19"/>
            <p:cNvPicPr/>
            <p:nvPr/>
          </p:nvPicPr>
          <p:blipFill>
            <a:blip r:embed="rId4" cstate="print"/>
            <a:stretch>
              <a:fillRect/>
            </a:stretch>
          </p:blipFill>
          <p:spPr>
            <a:xfrm>
              <a:off x="47625" y="3819523"/>
              <a:ext cx="1733550" cy="3009898"/>
            </a:xfrm>
            <a:prstGeom prst="rect">
              <a:avLst/>
            </a:prstGeom>
          </p:spPr>
        </p:pic>
      </p:grpSp>
      <p:sp>
        <p:nvSpPr>
          <p:cNvPr id="20" name="object 20" descr="$PPTXTitle"/>
          <p:cNvSpPr txBox="1">
            <a:spLocks noGrp="1"/>
          </p:cNvSpPr>
          <p:nvPr>
            <p:ph type="title"/>
          </p:nvPr>
        </p:nvSpPr>
        <p:spPr>
          <a:xfrm>
            <a:off x="755332" y="394906"/>
            <a:ext cx="6297930" cy="2865207"/>
          </a:xfrm>
          <a:prstGeom prst="rect">
            <a:avLst/>
          </a:prstGeom>
        </p:spPr>
        <p:txBody>
          <a:bodyPr vert="horz" wrap="square" lIns="0" tIns="63817" rIns="0" bIns="0" rtlCol="0">
            <a:spAutoFit/>
          </a:bodyPr>
          <a:lstStyle/>
          <a:p>
            <a:pPr>
              <a:lnSpc>
                <a:spcPct val="100000"/>
              </a:lnSpc>
              <a:spcBef>
                <a:spcPts val="105"/>
              </a:spcBef>
            </a:pPr>
            <a:r>
              <a:rPr sz="4400" spc="-525" dirty="0"/>
              <a:t>T</a:t>
            </a:r>
            <a:r>
              <a:rPr sz="4400" spc="25" dirty="0"/>
              <a:t>e</a:t>
            </a:r>
            <a:r>
              <a:rPr sz="4400" spc="30" dirty="0"/>
              <a:t>c</a:t>
            </a:r>
            <a:r>
              <a:rPr sz="4400" spc="5" dirty="0"/>
              <a:t>h</a:t>
            </a:r>
            <a:r>
              <a:rPr sz="4400" spc="25" dirty="0"/>
              <a:t>n</a:t>
            </a:r>
            <a:r>
              <a:rPr sz="4400" spc="-5" dirty="0"/>
              <a:t>o</a:t>
            </a:r>
            <a:r>
              <a:rPr sz="4400" spc="15" dirty="0"/>
              <a:t>lo</a:t>
            </a:r>
            <a:r>
              <a:rPr sz="4400" spc="-5" dirty="0"/>
              <a:t>g</a:t>
            </a:r>
            <a:r>
              <a:rPr sz="4400" spc="15" dirty="0"/>
              <a:t>y</a:t>
            </a:r>
            <a:r>
              <a:rPr sz="4400" spc="-295" dirty="0"/>
              <a:t> </a:t>
            </a:r>
            <a:r>
              <a:rPr sz="4400" spc="-20" dirty="0"/>
              <a:t>Used</a:t>
            </a:r>
            <a:br>
              <a:rPr lang="en-IN" sz="1800" spc="-20" dirty="0"/>
            </a:br>
            <a:br>
              <a:rPr lang="en-IN" sz="1800" spc="-20" dirty="0"/>
            </a:br>
            <a:r>
              <a:rPr lang="en-IN" sz="2400" b="0" spc="-20" dirty="0"/>
              <a:t>Python</a:t>
            </a:r>
            <a:br>
              <a:rPr lang="en-IN" sz="2400" b="0" spc="-20" dirty="0"/>
            </a:br>
            <a:r>
              <a:rPr lang="en-IN" sz="2400" b="0" spc="-20" dirty="0"/>
              <a:t>NumPy</a:t>
            </a:r>
            <a:br>
              <a:rPr lang="en-IN" sz="2400" b="0" spc="-20" dirty="0"/>
            </a:br>
            <a:r>
              <a:rPr lang="en-IN" sz="2400" b="0" spc="-20" dirty="0"/>
              <a:t>Matplotlib</a:t>
            </a:r>
            <a:br>
              <a:rPr lang="en-IN" sz="2400" b="0" spc="-20" dirty="0"/>
            </a:br>
            <a:r>
              <a:rPr lang="en-IN" sz="2400" b="0" spc="-20" dirty="0"/>
              <a:t>Seaborn</a:t>
            </a:r>
            <a:br>
              <a:rPr lang="en-IN" sz="2400" b="0" spc="-20" dirty="0"/>
            </a:br>
            <a:endParaRPr sz="2400" b="0" dirty="0"/>
          </a:p>
        </p:txBody>
      </p:sp>
      <p:sp>
        <p:nvSpPr>
          <p:cNvPr id="21" name="object 21"/>
          <p:cNvSpPr txBox="1">
            <a:spLocks noGrp="1"/>
          </p:cNvSpPr>
          <p:nvPr>
            <p:ph type="sldNum" sz="quarter" idx="7"/>
          </p:nvPr>
        </p:nvSpPr>
        <p:spPr>
          <a:prstGeom prst="rect">
            <a:avLst/>
          </a:prstGeom>
        </p:spPr>
        <p:txBody>
          <a:bodyPr vert="horz" wrap="square" lIns="0" tIns="6985" rIns="0" bIns="0" rtlCol="0">
            <a:spAutoFit/>
          </a:bodyPr>
          <a:lstStyle/>
          <a:p>
            <a:pPr marL="38100">
              <a:lnSpc>
                <a:spcPct val="100000"/>
              </a:lnSpc>
              <a:spcBef>
                <a:spcPts val="55"/>
              </a:spcBef>
            </a:pPr>
            <a:fld id="{81D60167-4931-47E6-BA6A-407CBD079E47}" type="slidenum">
              <a:rPr spc="-25" dirty="0"/>
              <a:t>5</a:t>
            </a:fld>
            <a:endParaRPr spc="-2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9353550" y="5362575"/>
            <a:ext cx="457200" cy="457200"/>
          </a:xfrm>
          <a:custGeom>
            <a:avLst/>
            <a:gdLst/>
            <a:ahLst/>
            <a:cxnLst/>
            <a:rect l="l" t="t" r="r" b="b"/>
            <a:pathLst>
              <a:path w="457200" h="457200">
                <a:moveTo>
                  <a:pt x="457200" y="0"/>
                </a:moveTo>
                <a:lnTo>
                  <a:pt x="0" y="0"/>
                </a:lnTo>
                <a:lnTo>
                  <a:pt x="0" y="457200"/>
                </a:lnTo>
                <a:lnTo>
                  <a:pt x="457200" y="457200"/>
                </a:lnTo>
                <a:lnTo>
                  <a:pt x="457200" y="0"/>
                </a:lnTo>
                <a:close/>
              </a:path>
            </a:pathLst>
          </a:custGeom>
          <a:solidFill>
            <a:srgbClr val="42AF51"/>
          </a:solidFill>
        </p:spPr>
        <p:txBody>
          <a:bodyPr wrap="square" lIns="0" tIns="0" rIns="0" bIns="0" rtlCol="0"/>
          <a:lstStyle/>
          <a:p>
            <a:endParaRPr/>
          </a:p>
        </p:txBody>
      </p:sp>
      <p:sp>
        <p:nvSpPr>
          <p:cNvPr id="4" name="object 4"/>
          <p:cNvSpPr/>
          <p:nvPr/>
        </p:nvSpPr>
        <p:spPr>
          <a:xfrm>
            <a:off x="6696075" y="1695450"/>
            <a:ext cx="314325" cy="323850"/>
          </a:xfrm>
          <a:custGeom>
            <a:avLst/>
            <a:gdLst/>
            <a:ahLst/>
            <a:cxnLst/>
            <a:rect l="l" t="t" r="r" b="b"/>
            <a:pathLst>
              <a:path w="314325" h="323850">
                <a:moveTo>
                  <a:pt x="314325" y="0"/>
                </a:moveTo>
                <a:lnTo>
                  <a:pt x="0" y="0"/>
                </a:lnTo>
                <a:lnTo>
                  <a:pt x="0" y="323850"/>
                </a:lnTo>
                <a:lnTo>
                  <a:pt x="314325" y="323850"/>
                </a:lnTo>
                <a:lnTo>
                  <a:pt x="314325" y="0"/>
                </a:lnTo>
                <a:close/>
              </a:path>
            </a:pathLst>
          </a:custGeom>
          <a:solidFill>
            <a:srgbClr val="2D83C3"/>
          </a:solidFill>
        </p:spPr>
        <p:txBody>
          <a:bodyPr wrap="square" lIns="0" tIns="0" rIns="0" bIns="0" rtlCol="0"/>
          <a:lstStyle/>
          <a:p>
            <a:endParaRPr/>
          </a:p>
        </p:txBody>
      </p:sp>
      <p:sp>
        <p:nvSpPr>
          <p:cNvPr id="5" name="object 5"/>
          <p:cNvSpPr/>
          <p:nvPr/>
        </p:nvSpPr>
        <p:spPr>
          <a:xfrm>
            <a:off x="9353550" y="5895975"/>
            <a:ext cx="180975" cy="180975"/>
          </a:xfrm>
          <a:custGeom>
            <a:avLst/>
            <a:gdLst/>
            <a:ahLst/>
            <a:cxnLst/>
            <a:rect l="l" t="t" r="r" b="b"/>
            <a:pathLst>
              <a:path w="180975" h="180975">
                <a:moveTo>
                  <a:pt x="180975" y="0"/>
                </a:moveTo>
                <a:lnTo>
                  <a:pt x="0" y="0"/>
                </a:lnTo>
                <a:lnTo>
                  <a:pt x="0" y="180975"/>
                </a:lnTo>
                <a:lnTo>
                  <a:pt x="180975" y="180975"/>
                </a:lnTo>
                <a:lnTo>
                  <a:pt x="180975" y="0"/>
                </a:lnTo>
                <a:close/>
              </a:path>
            </a:pathLst>
          </a:custGeom>
          <a:solidFill>
            <a:srgbClr val="2D936B"/>
          </a:solidFill>
        </p:spPr>
        <p:txBody>
          <a:bodyPr wrap="square" lIns="0" tIns="0" rIns="0" bIns="0" rtlCol="0"/>
          <a:lstStyle/>
          <a:p>
            <a:endParaRPr/>
          </a:p>
        </p:txBody>
      </p:sp>
      <p:pic>
        <p:nvPicPr>
          <p:cNvPr id="6" name="object 6"/>
          <p:cNvPicPr/>
          <p:nvPr/>
        </p:nvPicPr>
        <p:blipFill>
          <a:blip r:embed="rId2" cstate="print"/>
          <a:stretch>
            <a:fillRect/>
          </a:stretch>
        </p:blipFill>
        <p:spPr>
          <a:xfrm>
            <a:off x="1666875" y="6467475"/>
            <a:ext cx="76200" cy="177800"/>
          </a:xfrm>
          <a:prstGeom prst="rect">
            <a:avLst/>
          </a:prstGeom>
        </p:spPr>
      </p:pic>
      <p:sp>
        <p:nvSpPr>
          <p:cNvPr id="7" name="object 7" descr="$PPTXTitle"/>
          <p:cNvSpPr txBox="1">
            <a:spLocks noGrp="1"/>
          </p:cNvSpPr>
          <p:nvPr>
            <p:ph type="title"/>
          </p:nvPr>
        </p:nvSpPr>
        <p:spPr>
          <a:xfrm>
            <a:off x="755332" y="385444"/>
            <a:ext cx="2444115" cy="1490793"/>
          </a:xfrm>
          <a:prstGeom prst="rect">
            <a:avLst/>
          </a:prstGeom>
        </p:spPr>
        <p:txBody>
          <a:bodyPr vert="horz" wrap="square" lIns="0" tIns="13335" rIns="0" bIns="0" rtlCol="0">
            <a:spAutoFit/>
          </a:bodyPr>
          <a:lstStyle/>
          <a:p>
            <a:pPr marL="12700">
              <a:lnSpc>
                <a:spcPct val="100000"/>
              </a:lnSpc>
              <a:spcBef>
                <a:spcPts val="105"/>
              </a:spcBef>
            </a:pPr>
            <a:r>
              <a:rPr sz="4800" spc="-50" dirty="0"/>
              <a:t>RESULTS</a:t>
            </a:r>
            <a:br>
              <a:rPr lang="en-IN" sz="4800" spc="-50" dirty="0"/>
            </a:br>
            <a:endParaRPr sz="4800" dirty="0"/>
          </a:p>
        </p:txBody>
      </p:sp>
      <p:sp>
        <p:nvSpPr>
          <p:cNvPr id="8" name="object 8"/>
          <p:cNvSpPr txBox="1">
            <a:spLocks noGrp="1"/>
          </p:cNvSpPr>
          <p:nvPr>
            <p:ph type="sldNum" sz="quarter" idx="7"/>
          </p:nvPr>
        </p:nvSpPr>
        <p:spPr>
          <a:prstGeom prst="rect">
            <a:avLst/>
          </a:prstGeom>
        </p:spPr>
        <p:txBody>
          <a:bodyPr vert="horz" wrap="square" lIns="0" tIns="6985" rIns="0" bIns="0" rtlCol="0">
            <a:spAutoFit/>
          </a:bodyPr>
          <a:lstStyle/>
          <a:p>
            <a:pPr marL="38100">
              <a:lnSpc>
                <a:spcPct val="100000"/>
              </a:lnSpc>
              <a:spcBef>
                <a:spcPts val="55"/>
              </a:spcBef>
            </a:pPr>
            <a:fld id="{81D60167-4931-47E6-BA6A-407CBD079E47}" type="slidenum">
              <a:rPr spc="-25" dirty="0"/>
              <a:t>6</a:t>
            </a:fld>
            <a:endParaRPr spc="-25" dirty="0"/>
          </a:p>
        </p:txBody>
      </p:sp>
      <p:pic>
        <p:nvPicPr>
          <p:cNvPr id="9" name="Picture 8">
            <a:extLst>
              <a:ext uri="{FF2B5EF4-FFF2-40B4-BE49-F238E27FC236}">
                <a16:creationId xmlns:a16="http://schemas.microsoft.com/office/drawing/2014/main" id="{6F756775-A1BB-226E-CAA6-791057A70580}"/>
              </a:ext>
            </a:extLst>
          </p:cNvPr>
          <p:cNvPicPr>
            <a:picLocks noChangeAspect="1"/>
          </p:cNvPicPr>
          <p:nvPr/>
        </p:nvPicPr>
        <p:blipFill>
          <a:blip r:embed="rId3"/>
          <a:stretch>
            <a:fillRect/>
          </a:stretch>
        </p:blipFill>
        <p:spPr>
          <a:xfrm>
            <a:off x="752475" y="1523999"/>
            <a:ext cx="8467725" cy="446487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9353550" y="5362575"/>
            <a:ext cx="457200" cy="457200"/>
          </a:xfrm>
          <a:custGeom>
            <a:avLst/>
            <a:gdLst/>
            <a:ahLst/>
            <a:cxnLst/>
            <a:rect l="l" t="t" r="r" b="b"/>
            <a:pathLst>
              <a:path w="457200" h="457200">
                <a:moveTo>
                  <a:pt x="457200" y="0"/>
                </a:moveTo>
                <a:lnTo>
                  <a:pt x="0" y="0"/>
                </a:lnTo>
                <a:lnTo>
                  <a:pt x="0" y="457200"/>
                </a:lnTo>
                <a:lnTo>
                  <a:pt x="457200" y="457200"/>
                </a:lnTo>
                <a:lnTo>
                  <a:pt x="457200" y="0"/>
                </a:lnTo>
                <a:close/>
              </a:path>
            </a:pathLst>
          </a:custGeom>
          <a:solidFill>
            <a:srgbClr val="42AF51"/>
          </a:solidFill>
        </p:spPr>
        <p:txBody>
          <a:bodyPr wrap="square" lIns="0" tIns="0" rIns="0" bIns="0" rtlCol="0"/>
          <a:lstStyle/>
          <a:p>
            <a:endParaRPr/>
          </a:p>
        </p:txBody>
      </p:sp>
      <p:sp>
        <p:nvSpPr>
          <p:cNvPr id="4" name="object 4"/>
          <p:cNvSpPr/>
          <p:nvPr/>
        </p:nvSpPr>
        <p:spPr>
          <a:xfrm>
            <a:off x="6696075" y="1695450"/>
            <a:ext cx="314325" cy="323850"/>
          </a:xfrm>
          <a:custGeom>
            <a:avLst/>
            <a:gdLst/>
            <a:ahLst/>
            <a:cxnLst/>
            <a:rect l="l" t="t" r="r" b="b"/>
            <a:pathLst>
              <a:path w="314325" h="323850">
                <a:moveTo>
                  <a:pt x="314325" y="0"/>
                </a:moveTo>
                <a:lnTo>
                  <a:pt x="0" y="0"/>
                </a:lnTo>
                <a:lnTo>
                  <a:pt x="0" y="323850"/>
                </a:lnTo>
                <a:lnTo>
                  <a:pt x="314325" y="323850"/>
                </a:lnTo>
                <a:lnTo>
                  <a:pt x="314325" y="0"/>
                </a:lnTo>
                <a:close/>
              </a:path>
            </a:pathLst>
          </a:custGeom>
          <a:solidFill>
            <a:srgbClr val="2D83C3"/>
          </a:solidFill>
        </p:spPr>
        <p:txBody>
          <a:bodyPr wrap="square" lIns="0" tIns="0" rIns="0" bIns="0" rtlCol="0"/>
          <a:lstStyle/>
          <a:p>
            <a:endParaRPr/>
          </a:p>
        </p:txBody>
      </p:sp>
      <p:sp>
        <p:nvSpPr>
          <p:cNvPr id="5" name="object 5"/>
          <p:cNvSpPr/>
          <p:nvPr/>
        </p:nvSpPr>
        <p:spPr>
          <a:xfrm>
            <a:off x="9353550" y="5895975"/>
            <a:ext cx="180975" cy="180975"/>
          </a:xfrm>
          <a:custGeom>
            <a:avLst/>
            <a:gdLst/>
            <a:ahLst/>
            <a:cxnLst/>
            <a:rect l="l" t="t" r="r" b="b"/>
            <a:pathLst>
              <a:path w="180975" h="180975">
                <a:moveTo>
                  <a:pt x="180975" y="0"/>
                </a:moveTo>
                <a:lnTo>
                  <a:pt x="0" y="0"/>
                </a:lnTo>
                <a:lnTo>
                  <a:pt x="0" y="180975"/>
                </a:lnTo>
                <a:lnTo>
                  <a:pt x="180975" y="180975"/>
                </a:lnTo>
                <a:lnTo>
                  <a:pt x="180975" y="0"/>
                </a:lnTo>
                <a:close/>
              </a:path>
            </a:pathLst>
          </a:custGeom>
          <a:solidFill>
            <a:srgbClr val="2D936B"/>
          </a:solidFill>
        </p:spPr>
        <p:txBody>
          <a:bodyPr wrap="square" lIns="0" tIns="0" rIns="0" bIns="0" rtlCol="0"/>
          <a:lstStyle/>
          <a:p>
            <a:endParaRPr/>
          </a:p>
        </p:txBody>
      </p:sp>
      <p:pic>
        <p:nvPicPr>
          <p:cNvPr id="6" name="object 6"/>
          <p:cNvPicPr/>
          <p:nvPr/>
        </p:nvPicPr>
        <p:blipFill>
          <a:blip r:embed="rId2" cstate="print"/>
          <a:stretch>
            <a:fillRect/>
          </a:stretch>
        </p:blipFill>
        <p:spPr>
          <a:xfrm>
            <a:off x="1666875" y="6467475"/>
            <a:ext cx="76200" cy="177800"/>
          </a:xfrm>
          <a:prstGeom prst="rect">
            <a:avLst/>
          </a:prstGeom>
        </p:spPr>
      </p:pic>
      <p:sp>
        <p:nvSpPr>
          <p:cNvPr id="7" name="object 7" descr="$PPTXTitle"/>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sz="4800" spc="-50" dirty="0"/>
              <a:t>RESULTS</a:t>
            </a:r>
            <a:endParaRPr sz="4800"/>
          </a:p>
        </p:txBody>
      </p:sp>
      <p:sp>
        <p:nvSpPr>
          <p:cNvPr id="9" name="object 9"/>
          <p:cNvSpPr txBox="1">
            <a:spLocks noGrp="1"/>
          </p:cNvSpPr>
          <p:nvPr>
            <p:ph type="sldNum" sz="quarter" idx="7"/>
          </p:nvPr>
        </p:nvSpPr>
        <p:spPr>
          <a:prstGeom prst="rect">
            <a:avLst/>
          </a:prstGeom>
        </p:spPr>
        <p:txBody>
          <a:bodyPr vert="horz" wrap="square" lIns="0" tIns="6985" rIns="0" bIns="0" rtlCol="0">
            <a:spAutoFit/>
          </a:bodyPr>
          <a:lstStyle/>
          <a:p>
            <a:pPr marL="38100">
              <a:lnSpc>
                <a:spcPct val="100000"/>
              </a:lnSpc>
              <a:spcBef>
                <a:spcPts val="55"/>
              </a:spcBef>
            </a:pPr>
            <a:fld id="{81D60167-4931-47E6-BA6A-407CBD079E47}" type="slidenum">
              <a:rPr spc="-25" dirty="0"/>
              <a:t>7</a:t>
            </a:fld>
            <a:endParaRPr spc="-25" dirty="0"/>
          </a:p>
        </p:txBody>
      </p:sp>
      <p:pic>
        <p:nvPicPr>
          <p:cNvPr id="10" name="Picture 9">
            <a:extLst>
              <a:ext uri="{FF2B5EF4-FFF2-40B4-BE49-F238E27FC236}">
                <a16:creationId xmlns:a16="http://schemas.microsoft.com/office/drawing/2014/main" id="{88995F36-A7E3-AE89-768F-00F772F725CD}"/>
              </a:ext>
            </a:extLst>
          </p:cNvPr>
          <p:cNvPicPr>
            <a:picLocks noChangeAspect="1"/>
          </p:cNvPicPr>
          <p:nvPr/>
        </p:nvPicPr>
        <p:blipFill>
          <a:blip r:embed="rId3"/>
          <a:stretch>
            <a:fillRect/>
          </a:stretch>
        </p:blipFill>
        <p:spPr>
          <a:xfrm>
            <a:off x="533400" y="1295400"/>
            <a:ext cx="8610600" cy="44196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9353550" y="5362575"/>
            <a:ext cx="457200" cy="457200"/>
          </a:xfrm>
          <a:custGeom>
            <a:avLst/>
            <a:gdLst/>
            <a:ahLst/>
            <a:cxnLst/>
            <a:rect l="l" t="t" r="r" b="b"/>
            <a:pathLst>
              <a:path w="457200" h="457200">
                <a:moveTo>
                  <a:pt x="457200" y="0"/>
                </a:moveTo>
                <a:lnTo>
                  <a:pt x="0" y="0"/>
                </a:lnTo>
                <a:lnTo>
                  <a:pt x="0" y="457200"/>
                </a:lnTo>
                <a:lnTo>
                  <a:pt x="457200" y="457200"/>
                </a:lnTo>
                <a:lnTo>
                  <a:pt x="457200" y="0"/>
                </a:lnTo>
                <a:close/>
              </a:path>
            </a:pathLst>
          </a:custGeom>
          <a:solidFill>
            <a:srgbClr val="42AF51"/>
          </a:solidFill>
        </p:spPr>
        <p:txBody>
          <a:bodyPr wrap="square" lIns="0" tIns="0" rIns="0" bIns="0" rtlCol="0"/>
          <a:lstStyle/>
          <a:p>
            <a:endParaRPr/>
          </a:p>
        </p:txBody>
      </p:sp>
      <p:sp>
        <p:nvSpPr>
          <p:cNvPr id="4" name="object 4"/>
          <p:cNvSpPr/>
          <p:nvPr/>
        </p:nvSpPr>
        <p:spPr>
          <a:xfrm>
            <a:off x="6696075" y="1695450"/>
            <a:ext cx="314325" cy="323850"/>
          </a:xfrm>
          <a:custGeom>
            <a:avLst/>
            <a:gdLst/>
            <a:ahLst/>
            <a:cxnLst/>
            <a:rect l="l" t="t" r="r" b="b"/>
            <a:pathLst>
              <a:path w="314325" h="323850">
                <a:moveTo>
                  <a:pt x="314325" y="0"/>
                </a:moveTo>
                <a:lnTo>
                  <a:pt x="0" y="0"/>
                </a:lnTo>
                <a:lnTo>
                  <a:pt x="0" y="323850"/>
                </a:lnTo>
                <a:lnTo>
                  <a:pt x="314325" y="323850"/>
                </a:lnTo>
                <a:lnTo>
                  <a:pt x="314325" y="0"/>
                </a:lnTo>
                <a:close/>
              </a:path>
            </a:pathLst>
          </a:custGeom>
          <a:solidFill>
            <a:srgbClr val="2D83C3"/>
          </a:solidFill>
        </p:spPr>
        <p:txBody>
          <a:bodyPr wrap="square" lIns="0" tIns="0" rIns="0" bIns="0" rtlCol="0"/>
          <a:lstStyle/>
          <a:p>
            <a:endParaRPr/>
          </a:p>
        </p:txBody>
      </p:sp>
      <p:sp>
        <p:nvSpPr>
          <p:cNvPr id="5" name="object 5"/>
          <p:cNvSpPr/>
          <p:nvPr/>
        </p:nvSpPr>
        <p:spPr>
          <a:xfrm>
            <a:off x="9353550" y="5895975"/>
            <a:ext cx="180975" cy="180975"/>
          </a:xfrm>
          <a:custGeom>
            <a:avLst/>
            <a:gdLst/>
            <a:ahLst/>
            <a:cxnLst/>
            <a:rect l="l" t="t" r="r" b="b"/>
            <a:pathLst>
              <a:path w="180975" h="180975">
                <a:moveTo>
                  <a:pt x="180975" y="0"/>
                </a:moveTo>
                <a:lnTo>
                  <a:pt x="0" y="0"/>
                </a:lnTo>
                <a:lnTo>
                  <a:pt x="0" y="180975"/>
                </a:lnTo>
                <a:lnTo>
                  <a:pt x="180975" y="180975"/>
                </a:lnTo>
                <a:lnTo>
                  <a:pt x="180975" y="0"/>
                </a:lnTo>
                <a:close/>
              </a:path>
            </a:pathLst>
          </a:custGeom>
          <a:solidFill>
            <a:srgbClr val="2D936B"/>
          </a:solidFill>
        </p:spPr>
        <p:txBody>
          <a:bodyPr wrap="square" lIns="0" tIns="0" rIns="0" bIns="0" rtlCol="0"/>
          <a:lstStyle/>
          <a:p>
            <a:endParaRPr/>
          </a:p>
        </p:txBody>
      </p:sp>
      <p:pic>
        <p:nvPicPr>
          <p:cNvPr id="6" name="object 6"/>
          <p:cNvPicPr/>
          <p:nvPr/>
        </p:nvPicPr>
        <p:blipFill>
          <a:blip r:embed="rId2" cstate="print"/>
          <a:stretch>
            <a:fillRect/>
          </a:stretch>
        </p:blipFill>
        <p:spPr>
          <a:xfrm>
            <a:off x="1666875" y="6467475"/>
            <a:ext cx="76200" cy="177800"/>
          </a:xfrm>
          <a:prstGeom prst="rect">
            <a:avLst/>
          </a:prstGeom>
        </p:spPr>
      </p:pic>
      <p:sp>
        <p:nvSpPr>
          <p:cNvPr id="7" name="object 7" descr="$PPTXTitle"/>
          <p:cNvSpPr txBox="1">
            <a:spLocks noGrp="1"/>
          </p:cNvSpPr>
          <p:nvPr>
            <p:ph type="ctrTitle"/>
          </p:nvPr>
        </p:nvSpPr>
        <p:spPr>
          <a:xfrm>
            <a:off x="755332" y="385444"/>
            <a:ext cx="2444115" cy="1490793"/>
          </a:xfrm>
          <a:prstGeom prst="rect">
            <a:avLst/>
          </a:prstGeom>
        </p:spPr>
        <p:txBody>
          <a:bodyPr vert="horz" wrap="square" lIns="0" tIns="13335" rIns="0" bIns="0" rtlCol="0">
            <a:spAutoFit/>
          </a:bodyPr>
          <a:lstStyle/>
          <a:p>
            <a:pPr marL="12700">
              <a:lnSpc>
                <a:spcPct val="100000"/>
              </a:lnSpc>
              <a:spcBef>
                <a:spcPts val="105"/>
              </a:spcBef>
            </a:pPr>
            <a:r>
              <a:rPr sz="4800" spc="-50" dirty="0"/>
              <a:t>RESULTS</a:t>
            </a:r>
            <a:br>
              <a:rPr lang="en-IN" sz="4800" spc="-50" dirty="0"/>
            </a:br>
            <a:endParaRPr sz="4800" dirty="0"/>
          </a:p>
        </p:txBody>
      </p:sp>
      <p:sp>
        <p:nvSpPr>
          <p:cNvPr id="9" name="object 9"/>
          <p:cNvSpPr txBox="1">
            <a:spLocks noGrp="1"/>
          </p:cNvSpPr>
          <p:nvPr>
            <p:ph type="sldNum" sz="quarter" idx="7"/>
          </p:nvPr>
        </p:nvSpPr>
        <p:spPr>
          <a:prstGeom prst="rect">
            <a:avLst/>
          </a:prstGeom>
        </p:spPr>
        <p:txBody>
          <a:bodyPr vert="horz" wrap="square" lIns="0" tIns="6985" rIns="0" bIns="0" rtlCol="0">
            <a:spAutoFit/>
          </a:bodyPr>
          <a:lstStyle/>
          <a:p>
            <a:pPr marL="38100">
              <a:lnSpc>
                <a:spcPct val="100000"/>
              </a:lnSpc>
              <a:spcBef>
                <a:spcPts val="55"/>
              </a:spcBef>
            </a:pPr>
            <a:fld id="{81D60167-4931-47E6-BA6A-407CBD079E47}" type="slidenum">
              <a:rPr spc="-25" dirty="0"/>
              <a:t>8</a:t>
            </a:fld>
            <a:endParaRPr spc="-25" dirty="0"/>
          </a:p>
        </p:txBody>
      </p:sp>
      <p:pic>
        <p:nvPicPr>
          <p:cNvPr id="10" name="Picture 9">
            <a:extLst>
              <a:ext uri="{FF2B5EF4-FFF2-40B4-BE49-F238E27FC236}">
                <a16:creationId xmlns:a16="http://schemas.microsoft.com/office/drawing/2014/main" id="{9B70543C-9FD6-23D3-3CD8-16D3EDC0A2E9}"/>
              </a:ext>
            </a:extLst>
          </p:cNvPr>
          <p:cNvPicPr>
            <a:picLocks noChangeAspect="1"/>
          </p:cNvPicPr>
          <p:nvPr/>
        </p:nvPicPr>
        <p:blipFill>
          <a:blip r:embed="rId3"/>
          <a:stretch>
            <a:fillRect/>
          </a:stretch>
        </p:blipFill>
        <p:spPr>
          <a:xfrm>
            <a:off x="685800" y="1295400"/>
            <a:ext cx="8382000" cy="47815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9353550" y="5362575"/>
            <a:ext cx="457200" cy="457200"/>
          </a:xfrm>
          <a:custGeom>
            <a:avLst/>
            <a:gdLst/>
            <a:ahLst/>
            <a:cxnLst/>
            <a:rect l="l" t="t" r="r" b="b"/>
            <a:pathLst>
              <a:path w="457200" h="457200">
                <a:moveTo>
                  <a:pt x="457200" y="0"/>
                </a:moveTo>
                <a:lnTo>
                  <a:pt x="0" y="0"/>
                </a:lnTo>
                <a:lnTo>
                  <a:pt x="0" y="457200"/>
                </a:lnTo>
                <a:lnTo>
                  <a:pt x="457200" y="457200"/>
                </a:lnTo>
                <a:lnTo>
                  <a:pt x="457200" y="0"/>
                </a:lnTo>
                <a:close/>
              </a:path>
            </a:pathLst>
          </a:custGeom>
          <a:solidFill>
            <a:srgbClr val="42AF51"/>
          </a:solidFill>
        </p:spPr>
        <p:txBody>
          <a:bodyPr wrap="square" lIns="0" tIns="0" rIns="0" bIns="0" rtlCol="0"/>
          <a:lstStyle/>
          <a:p>
            <a:endParaRPr/>
          </a:p>
        </p:txBody>
      </p:sp>
      <p:sp>
        <p:nvSpPr>
          <p:cNvPr id="4" name="object 4"/>
          <p:cNvSpPr/>
          <p:nvPr/>
        </p:nvSpPr>
        <p:spPr>
          <a:xfrm>
            <a:off x="6696075" y="1695450"/>
            <a:ext cx="314325" cy="323850"/>
          </a:xfrm>
          <a:custGeom>
            <a:avLst/>
            <a:gdLst/>
            <a:ahLst/>
            <a:cxnLst/>
            <a:rect l="l" t="t" r="r" b="b"/>
            <a:pathLst>
              <a:path w="314325" h="323850">
                <a:moveTo>
                  <a:pt x="314325" y="0"/>
                </a:moveTo>
                <a:lnTo>
                  <a:pt x="0" y="0"/>
                </a:lnTo>
                <a:lnTo>
                  <a:pt x="0" y="323850"/>
                </a:lnTo>
                <a:lnTo>
                  <a:pt x="314325" y="323850"/>
                </a:lnTo>
                <a:lnTo>
                  <a:pt x="314325" y="0"/>
                </a:lnTo>
                <a:close/>
              </a:path>
            </a:pathLst>
          </a:custGeom>
          <a:solidFill>
            <a:srgbClr val="2D83C3"/>
          </a:solidFill>
        </p:spPr>
        <p:txBody>
          <a:bodyPr wrap="square" lIns="0" tIns="0" rIns="0" bIns="0" rtlCol="0"/>
          <a:lstStyle/>
          <a:p>
            <a:endParaRPr/>
          </a:p>
        </p:txBody>
      </p:sp>
      <p:sp>
        <p:nvSpPr>
          <p:cNvPr id="5" name="object 5"/>
          <p:cNvSpPr/>
          <p:nvPr/>
        </p:nvSpPr>
        <p:spPr>
          <a:xfrm>
            <a:off x="9353550" y="5895975"/>
            <a:ext cx="180975" cy="180975"/>
          </a:xfrm>
          <a:custGeom>
            <a:avLst/>
            <a:gdLst/>
            <a:ahLst/>
            <a:cxnLst/>
            <a:rect l="l" t="t" r="r" b="b"/>
            <a:pathLst>
              <a:path w="180975" h="180975">
                <a:moveTo>
                  <a:pt x="180975" y="0"/>
                </a:moveTo>
                <a:lnTo>
                  <a:pt x="0" y="0"/>
                </a:lnTo>
                <a:lnTo>
                  <a:pt x="0" y="180975"/>
                </a:lnTo>
                <a:lnTo>
                  <a:pt x="180975" y="180975"/>
                </a:lnTo>
                <a:lnTo>
                  <a:pt x="180975" y="0"/>
                </a:lnTo>
                <a:close/>
              </a:path>
            </a:pathLst>
          </a:custGeom>
          <a:solidFill>
            <a:srgbClr val="2D936B"/>
          </a:solidFill>
        </p:spPr>
        <p:txBody>
          <a:bodyPr wrap="square" lIns="0" tIns="0" rIns="0" bIns="0" rtlCol="0"/>
          <a:lstStyle/>
          <a:p>
            <a:endParaRPr/>
          </a:p>
        </p:txBody>
      </p:sp>
      <p:pic>
        <p:nvPicPr>
          <p:cNvPr id="6" name="object 6"/>
          <p:cNvPicPr/>
          <p:nvPr/>
        </p:nvPicPr>
        <p:blipFill>
          <a:blip r:embed="rId2" cstate="print"/>
          <a:stretch>
            <a:fillRect/>
          </a:stretch>
        </p:blipFill>
        <p:spPr>
          <a:xfrm>
            <a:off x="1666875" y="6467475"/>
            <a:ext cx="76200" cy="177800"/>
          </a:xfrm>
          <a:prstGeom prst="rect">
            <a:avLst/>
          </a:prstGeom>
        </p:spPr>
      </p:pic>
      <p:sp>
        <p:nvSpPr>
          <p:cNvPr id="7" name="object 7" descr="$PPTXTitle"/>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sz="4800" spc="-50" dirty="0"/>
              <a:t>RESULTS</a:t>
            </a:r>
            <a:endParaRPr sz="4800"/>
          </a:p>
        </p:txBody>
      </p:sp>
      <p:sp>
        <p:nvSpPr>
          <p:cNvPr id="9" name="object 9"/>
          <p:cNvSpPr txBox="1">
            <a:spLocks noGrp="1"/>
          </p:cNvSpPr>
          <p:nvPr>
            <p:ph type="sldNum" sz="quarter" idx="7"/>
          </p:nvPr>
        </p:nvSpPr>
        <p:spPr>
          <a:prstGeom prst="rect">
            <a:avLst/>
          </a:prstGeom>
        </p:spPr>
        <p:txBody>
          <a:bodyPr vert="horz" wrap="square" lIns="0" tIns="6985" rIns="0" bIns="0" rtlCol="0">
            <a:spAutoFit/>
          </a:bodyPr>
          <a:lstStyle/>
          <a:p>
            <a:pPr marL="38100">
              <a:lnSpc>
                <a:spcPct val="100000"/>
              </a:lnSpc>
              <a:spcBef>
                <a:spcPts val="55"/>
              </a:spcBef>
            </a:pPr>
            <a:fld id="{81D60167-4931-47E6-BA6A-407CBD079E47}" type="slidenum">
              <a:rPr spc="-25" dirty="0"/>
              <a:t>9</a:t>
            </a:fld>
            <a:endParaRPr spc="-25" dirty="0"/>
          </a:p>
        </p:txBody>
      </p:sp>
      <p:pic>
        <p:nvPicPr>
          <p:cNvPr id="10" name="Picture 9">
            <a:extLst>
              <a:ext uri="{FF2B5EF4-FFF2-40B4-BE49-F238E27FC236}">
                <a16:creationId xmlns:a16="http://schemas.microsoft.com/office/drawing/2014/main" id="{7F188F05-7672-6172-5EBA-02460138FDF3}"/>
              </a:ext>
            </a:extLst>
          </p:cNvPr>
          <p:cNvPicPr>
            <a:picLocks noChangeAspect="1"/>
          </p:cNvPicPr>
          <p:nvPr/>
        </p:nvPicPr>
        <p:blipFill>
          <a:blip r:embed="rId3"/>
          <a:stretch>
            <a:fillRect/>
          </a:stretch>
        </p:blipFill>
        <p:spPr>
          <a:xfrm>
            <a:off x="533400" y="1295400"/>
            <a:ext cx="8534400" cy="485508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9353550" y="5362575"/>
            <a:ext cx="457200" cy="457200"/>
          </a:xfrm>
          <a:custGeom>
            <a:avLst/>
            <a:gdLst/>
            <a:ahLst/>
            <a:cxnLst/>
            <a:rect l="l" t="t" r="r" b="b"/>
            <a:pathLst>
              <a:path w="457200" h="457200">
                <a:moveTo>
                  <a:pt x="457200" y="0"/>
                </a:moveTo>
                <a:lnTo>
                  <a:pt x="0" y="0"/>
                </a:lnTo>
                <a:lnTo>
                  <a:pt x="0" y="457200"/>
                </a:lnTo>
                <a:lnTo>
                  <a:pt x="457200" y="457200"/>
                </a:lnTo>
                <a:lnTo>
                  <a:pt x="457200" y="0"/>
                </a:lnTo>
                <a:close/>
              </a:path>
            </a:pathLst>
          </a:custGeom>
          <a:solidFill>
            <a:srgbClr val="42AF51"/>
          </a:solidFill>
        </p:spPr>
        <p:txBody>
          <a:bodyPr wrap="square" lIns="0" tIns="0" rIns="0" bIns="0" rtlCol="0"/>
          <a:lstStyle/>
          <a:p>
            <a:endParaRPr/>
          </a:p>
        </p:txBody>
      </p:sp>
      <p:sp>
        <p:nvSpPr>
          <p:cNvPr id="4" name="object 4"/>
          <p:cNvSpPr/>
          <p:nvPr/>
        </p:nvSpPr>
        <p:spPr>
          <a:xfrm>
            <a:off x="6696075" y="1695450"/>
            <a:ext cx="314325" cy="323850"/>
          </a:xfrm>
          <a:custGeom>
            <a:avLst/>
            <a:gdLst/>
            <a:ahLst/>
            <a:cxnLst/>
            <a:rect l="l" t="t" r="r" b="b"/>
            <a:pathLst>
              <a:path w="314325" h="323850">
                <a:moveTo>
                  <a:pt x="314325" y="0"/>
                </a:moveTo>
                <a:lnTo>
                  <a:pt x="0" y="0"/>
                </a:lnTo>
                <a:lnTo>
                  <a:pt x="0" y="323850"/>
                </a:lnTo>
                <a:lnTo>
                  <a:pt x="314325" y="323850"/>
                </a:lnTo>
                <a:lnTo>
                  <a:pt x="314325" y="0"/>
                </a:lnTo>
                <a:close/>
              </a:path>
            </a:pathLst>
          </a:custGeom>
          <a:solidFill>
            <a:srgbClr val="2D83C3"/>
          </a:solidFill>
        </p:spPr>
        <p:txBody>
          <a:bodyPr wrap="square" lIns="0" tIns="0" rIns="0" bIns="0" rtlCol="0"/>
          <a:lstStyle/>
          <a:p>
            <a:endParaRPr/>
          </a:p>
        </p:txBody>
      </p:sp>
      <p:sp>
        <p:nvSpPr>
          <p:cNvPr id="5" name="object 5"/>
          <p:cNvSpPr/>
          <p:nvPr/>
        </p:nvSpPr>
        <p:spPr>
          <a:xfrm>
            <a:off x="9353550" y="5895975"/>
            <a:ext cx="180975" cy="180975"/>
          </a:xfrm>
          <a:custGeom>
            <a:avLst/>
            <a:gdLst/>
            <a:ahLst/>
            <a:cxnLst/>
            <a:rect l="l" t="t" r="r" b="b"/>
            <a:pathLst>
              <a:path w="180975" h="180975">
                <a:moveTo>
                  <a:pt x="180975" y="0"/>
                </a:moveTo>
                <a:lnTo>
                  <a:pt x="0" y="0"/>
                </a:lnTo>
                <a:lnTo>
                  <a:pt x="0" y="180975"/>
                </a:lnTo>
                <a:lnTo>
                  <a:pt x="180975" y="180975"/>
                </a:lnTo>
                <a:lnTo>
                  <a:pt x="180975" y="0"/>
                </a:lnTo>
                <a:close/>
              </a:path>
            </a:pathLst>
          </a:custGeom>
          <a:solidFill>
            <a:srgbClr val="2D936B"/>
          </a:solidFill>
        </p:spPr>
        <p:txBody>
          <a:bodyPr wrap="square" lIns="0" tIns="0" rIns="0" bIns="0" rtlCol="0"/>
          <a:lstStyle/>
          <a:p>
            <a:endParaRPr/>
          </a:p>
        </p:txBody>
      </p:sp>
      <p:pic>
        <p:nvPicPr>
          <p:cNvPr id="6" name="object 6"/>
          <p:cNvPicPr/>
          <p:nvPr/>
        </p:nvPicPr>
        <p:blipFill>
          <a:blip r:embed="rId2" cstate="print"/>
          <a:stretch>
            <a:fillRect/>
          </a:stretch>
        </p:blipFill>
        <p:spPr>
          <a:xfrm>
            <a:off x="1666875" y="6467475"/>
            <a:ext cx="76200" cy="177800"/>
          </a:xfrm>
          <a:prstGeom prst="rect">
            <a:avLst/>
          </a:prstGeom>
        </p:spPr>
      </p:pic>
      <p:sp>
        <p:nvSpPr>
          <p:cNvPr id="7" name="object 7" descr="$PPTXTitle"/>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sz="4800" spc="-50" dirty="0"/>
              <a:t>RESULTS</a:t>
            </a:r>
            <a:endParaRPr sz="4800"/>
          </a:p>
        </p:txBody>
      </p:sp>
      <p:sp>
        <p:nvSpPr>
          <p:cNvPr id="9" name="object 9"/>
          <p:cNvSpPr txBox="1">
            <a:spLocks noGrp="1"/>
          </p:cNvSpPr>
          <p:nvPr>
            <p:ph type="sldNum" sz="quarter" idx="7"/>
          </p:nvPr>
        </p:nvSpPr>
        <p:spPr>
          <a:prstGeom prst="rect">
            <a:avLst/>
          </a:prstGeom>
        </p:spPr>
        <p:txBody>
          <a:bodyPr vert="horz" wrap="square" lIns="0" tIns="6985" rIns="0" bIns="0" rtlCol="0">
            <a:spAutoFit/>
          </a:bodyPr>
          <a:lstStyle/>
          <a:p>
            <a:pPr marL="38100">
              <a:lnSpc>
                <a:spcPct val="100000"/>
              </a:lnSpc>
              <a:spcBef>
                <a:spcPts val="55"/>
              </a:spcBef>
            </a:pPr>
            <a:fld id="{81D60167-4931-47E6-BA6A-407CBD079E47}" type="slidenum">
              <a:rPr spc="-25" dirty="0"/>
              <a:t>10</a:t>
            </a:fld>
            <a:endParaRPr spc="-25" dirty="0"/>
          </a:p>
        </p:txBody>
      </p:sp>
      <p:sp>
        <p:nvSpPr>
          <p:cNvPr id="8" name="object 8"/>
          <p:cNvSpPr txBox="1"/>
          <p:nvPr/>
        </p:nvSpPr>
        <p:spPr>
          <a:xfrm>
            <a:off x="886460" y="1457261"/>
            <a:ext cx="3698240" cy="644407"/>
          </a:xfrm>
          <a:prstGeom prst="rect">
            <a:avLst/>
          </a:prstGeom>
        </p:spPr>
        <p:txBody>
          <a:bodyPr vert="horz" wrap="square" lIns="0" tIns="15875" rIns="0" bIns="0" rtlCol="0">
            <a:spAutoFit/>
          </a:bodyPr>
          <a:lstStyle/>
          <a:p>
            <a:pPr marL="12700">
              <a:lnSpc>
                <a:spcPct val="100000"/>
              </a:lnSpc>
              <a:spcBef>
                <a:spcPts val="125"/>
              </a:spcBef>
            </a:pPr>
            <a:endParaRPr lang="en-IN" sz="2000" dirty="0">
              <a:solidFill>
                <a:srgbClr val="404040"/>
              </a:solidFill>
              <a:latin typeface="Trebuchet MS"/>
              <a:cs typeface="Trebuchet MS"/>
            </a:endParaRPr>
          </a:p>
          <a:p>
            <a:pPr marL="12700">
              <a:lnSpc>
                <a:spcPct val="100000"/>
              </a:lnSpc>
              <a:spcBef>
                <a:spcPts val="125"/>
              </a:spcBef>
            </a:pPr>
            <a:r>
              <a:rPr sz="2000" spc="-75" dirty="0">
                <a:solidFill>
                  <a:srgbClr val="404040"/>
                </a:solidFill>
                <a:latin typeface="Trebuchet MS"/>
                <a:cs typeface="Trebuchet MS"/>
              </a:rPr>
              <a:t> </a:t>
            </a:r>
            <a:endParaRPr sz="2000" dirty="0">
              <a:latin typeface="Trebuchet MS"/>
              <a:cs typeface="Trebuchet MS"/>
            </a:endParaRPr>
          </a:p>
        </p:txBody>
      </p:sp>
      <p:pic>
        <p:nvPicPr>
          <p:cNvPr id="10" name="Picture 9">
            <a:extLst>
              <a:ext uri="{FF2B5EF4-FFF2-40B4-BE49-F238E27FC236}">
                <a16:creationId xmlns:a16="http://schemas.microsoft.com/office/drawing/2014/main" id="{FD5D6306-AF04-232C-F2E9-170D28212F93}"/>
              </a:ext>
            </a:extLst>
          </p:cNvPr>
          <p:cNvPicPr>
            <a:picLocks noChangeAspect="1"/>
          </p:cNvPicPr>
          <p:nvPr/>
        </p:nvPicPr>
        <p:blipFill>
          <a:blip r:embed="rId3"/>
          <a:stretch>
            <a:fillRect/>
          </a:stretch>
        </p:blipFill>
        <p:spPr>
          <a:xfrm>
            <a:off x="457200" y="1328566"/>
            <a:ext cx="8686800" cy="485769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CE428B-22C8-7415-82D5-675E561D18E7}"/>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E05D79F-1E0F-3AD2-9B40-9A505E997511}"/>
              </a:ext>
            </a:extLst>
          </p:cNvPr>
          <p:cNvSpPr/>
          <p:nvPr/>
        </p:nvSpPr>
        <p:spPr>
          <a:xfrm>
            <a:off x="9353550" y="5362575"/>
            <a:ext cx="457200" cy="457200"/>
          </a:xfrm>
          <a:custGeom>
            <a:avLst/>
            <a:gdLst/>
            <a:ahLst/>
            <a:cxnLst/>
            <a:rect l="l" t="t" r="r" b="b"/>
            <a:pathLst>
              <a:path w="457200" h="457200">
                <a:moveTo>
                  <a:pt x="457200" y="0"/>
                </a:moveTo>
                <a:lnTo>
                  <a:pt x="0" y="0"/>
                </a:lnTo>
                <a:lnTo>
                  <a:pt x="0" y="457200"/>
                </a:lnTo>
                <a:lnTo>
                  <a:pt x="457200" y="457200"/>
                </a:lnTo>
                <a:lnTo>
                  <a:pt x="457200" y="0"/>
                </a:lnTo>
                <a:close/>
              </a:path>
            </a:pathLst>
          </a:custGeom>
          <a:solidFill>
            <a:srgbClr val="42AF51"/>
          </a:solidFill>
        </p:spPr>
        <p:txBody>
          <a:bodyPr wrap="square" lIns="0" tIns="0" rIns="0" bIns="0" rtlCol="0"/>
          <a:lstStyle/>
          <a:p>
            <a:endParaRPr/>
          </a:p>
        </p:txBody>
      </p:sp>
      <p:sp>
        <p:nvSpPr>
          <p:cNvPr id="4" name="object 4">
            <a:extLst>
              <a:ext uri="{FF2B5EF4-FFF2-40B4-BE49-F238E27FC236}">
                <a16:creationId xmlns:a16="http://schemas.microsoft.com/office/drawing/2014/main" id="{8B565EDE-1EF7-AD3B-2881-EC7DB1AECDB1}"/>
              </a:ext>
            </a:extLst>
          </p:cNvPr>
          <p:cNvSpPr/>
          <p:nvPr/>
        </p:nvSpPr>
        <p:spPr>
          <a:xfrm>
            <a:off x="6696075" y="1695450"/>
            <a:ext cx="314325" cy="323850"/>
          </a:xfrm>
          <a:custGeom>
            <a:avLst/>
            <a:gdLst/>
            <a:ahLst/>
            <a:cxnLst/>
            <a:rect l="l" t="t" r="r" b="b"/>
            <a:pathLst>
              <a:path w="314325" h="323850">
                <a:moveTo>
                  <a:pt x="314325" y="0"/>
                </a:moveTo>
                <a:lnTo>
                  <a:pt x="0" y="0"/>
                </a:lnTo>
                <a:lnTo>
                  <a:pt x="0" y="323850"/>
                </a:lnTo>
                <a:lnTo>
                  <a:pt x="314325" y="323850"/>
                </a:lnTo>
                <a:lnTo>
                  <a:pt x="314325" y="0"/>
                </a:lnTo>
                <a:close/>
              </a:path>
            </a:pathLst>
          </a:custGeom>
          <a:solidFill>
            <a:srgbClr val="2D83C3"/>
          </a:solidFill>
        </p:spPr>
        <p:txBody>
          <a:bodyPr wrap="square" lIns="0" tIns="0" rIns="0" bIns="0" rtlCol="0"/>
          <a:lstStyle/>
          <a:p>
            <a:endParaRPr/>
          </a:p>
        </p:txBody>
      </p:sp>
      <p:sp>
        <p:nvSpPr>
          <p:cNvPr id="5" name="object 5">
            <a:extLst>
              <a:ext uri="{FF2B5EF4-FFF2-40B4-BE49-F238E27FC236}">
                <a16:creationId xmlns:a16="http://schemas.microsoft.com/office/drawing/2014/main" id="{F6D01242-DDF8-BB56-8633-31114DA63616}"/>
              </a:ext>
            </a:extLst>
          </p:cNvPr>
          <p:cNvSpPr/>
          <p:nvPr/>
        </p:nvSpPr>
        <p:spPr>
          <a:xfrm>
            <a:off x="9353550" y="5895975"/>
            <a:ext cx="180975" cy="180975"/>
          </a:xfrm>
          <a:custGeom>
            <a:avLst/>
            <a:gdLst/>
            <a:ahLst/>
            <a:cxnLst/>
            <a:rect l="l" t="t" r="r" b="b"/>
            <a:pathLst>
              <a:path w="180975" h="180975">
                <a:moveTo>
                  <a:pt x="180975" y="0"/>
                </a:moveTo>
                <a:lnTo>
                  <a:pt x="0" y="0"/>
                </a:lnTo>
                <a:lnTo>
                  <a:pt x="0" y="180975"/>
                </a:lnTo>
                <a:lnTo>
                  <a:pt x="180975" y="180975"/>
                </a:lnTo>
                <a:lnTo>
                  <a:pt x="180975" y="0"/>
                </a:lnTo>
                <a:close/>
              </a:path>
            </a:pathLst>
          </a:custGeom>
          <a:solidFill>
            <a:srgbClr val="2D936B"/>
          </a:solidFill>
        </p:spPr>
        <p:txBody>
          <a:bodyPr wrap="square" lIns="0" tIns="0" rIns="0" bIns="0" rtlCol="0"/>
          <a:lstStyle/>
          <a:p>
            <a:endParaRPr/>
          </a:p>
        </p:txBody>
      </p:sp>
      <p:pic>
        <p:nvPicPr>
          <p:cNvPr id="6" name="object 6">
            <a:extLst>
              <a:ext uri="{FF2B5EF4-FFF2-40B4-BE49-F238E27FC236}">
                <a16:creationId xmlns:a16="http://schemas.microsoft.com/office/drawing/2014/main" id="{49760FD8-B8AC-1BCD-B322-4802615F20A7}"/>
              </a:ext>
            </a:extLst>
          </p:cNvPr>
          <p:cNvPicPr/>
          <p:nvPr/>
        </p:nvPicPr>
        <p:blipFill>
          <a:blip r:embed="rId2" cstate="print"/>
          <a:stretch>
            <a:fillRect/>
          </a:stretch>
        </p:blipFill>
        <p:spPr>
          <a:xfrm>
            <a:off x="1666875" y="6467475"/>
            <a:ext cx="76200" cy="177800"/>
          </a:xfrm>
          <a:prstGeom prst="rect">
            <a:avLst/>
          </a:prstGeom>
        </p:spPr>
      </p:pic>
      <p:sp>
        <p:nvSpPr>
          <p:cNvPr id="7" name="object 7" descr="$PPTXTitle">
            <a:extLst>
              <a:ext uri="{FF2B5EF4-FFF2-40B4-BE49-F238E27FC236}">
                <a16:creationId xmlns:a16="http://schemas.microsoft.com/office/drawing/2014/main" id="{88E75DB7-78E2-E2D4-1998-274DB9F9D3E9}"/>
              </a:ext>
            </a:extLst>
          </p:cNvPr>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sz="4800" spc="-50" dirty="0"/>
              <a:t>RESULTS</a:t>
            </a:r>
            <a:endParaRPr sz="4800"/>
          </a:p>
        </p:txBody>
      </p:sp>
      <p:sp>
        <p:nvSpPr>
          <p:cNvPr id="9" name="object 9">
            <a:extLst>
              <a:ext uri="{FF2B5EF4-FFF2-40B4-BE49-F238E27FC236}">
                <a16:creationId xmlns:a16="http://schemas.microsoft.com/office/drawing/2014/main" id="{F43B6083-948D-8242-E059-58897E38206E}"/>
              </a:ext>
            </a:extLst>
          </p:cNvPr>
          <p:cNvSpPr txBox="1">
            <a:spLocks noGrp="1"/>
          </p:cNvSpPr>
          <p:nvPr>
            <p:ph type="sldNum" sz="quarter" idx="7"/>
          </p:nvPr>
        </p:nvSpPr>
        <p:spPr>
          <a:prstGeom prst="rect">
            <a:avLst/>
          </a:prstGeom>
        </p:spPr>
        <p:txBody>
          <a:bodyPr vert="horz" wrap="square" lIns="0" tIns="6985" rIns="0" bIns="0" rtlCol="0">
            <a:spAutoFit/>
          </a:bodyPr>
          <a:lstStyle/>
          <a:p>
            <a:pPr marL="38100">
              <a:lnSpc>
                <a:spcPct val="100000"/>
              </a:lnSpc>
              <a:spcBef>
                <a:spcPts val="55"/>
              </a:spcBef>
            </a:pPr>
            <a:fld id="{81D60167-4931-47E6-BA6A-407CBD079E47}" type="slidenum">
              <a:rPr spc="-25" dirty="0"/>
              <a:t>11</a:t>
            </a:fld>
            <a:endParaRPr spc="-25" dirty="0"/>
          </a:p>
        </p:txBody>
      </p:sp>
      <p:sp>
        <p:nvSpPr>
          <p:cNvPr id="8" name="object 8">
            <a:extLst>
              <a:ext uri="{FF2B5EF4-FFF2-40B4-BE49-F238E27FC236}">
                <a16:creationId xmlns:a16="http://schemas.microsoft.com/office/drawing/2014/main" id="{BDF1DAD0-D374-BD05-ECAA-7D60C90DED9D}"/>
              </a:ext>
            </a:extLst>
          </p:cNvPr>
          <p:cNvSpPr txBox="1"/>
          <p:nvPr/>
        </p:nvSpPr>
        <p:spPr>
          <a:xfrm>
            <a:off x="886460" y="1457261"/>
            <a:ext cx="3698240" cy="644407"/>
          </a:xfrm>
          <a:prstGeom prst="rect">
            <a:avLst/>
          </a:prstGeom>
        </p:spPr>
        <p:txBody>
          <a:bodyPr vert="horz" wrap="square" lIns="0" tIns="15875" rIns="0" bIns="0" rtlCol="0">
            <a:spAutoFit/>
          </a:bodyPr>
          <a:lstStyle/>
          <a:p>
            <a:pPr marL="12700">
              <a:lnSpc>
                <a:spcPct val="100000"/>
              </a:lnSpc>
              <a:spcBef>
                <a:spcPts val="125"/>
              </a:spcBef>
            </a:pPr>
            <a:endParaRPr lang="en-IN" sz="2000" spc="-75" dirty="0">
              <a:solidFill>
                <a:srgbClr val="404040"/>
              </a:solidFill>
              <a:latin typeface="Trebuchet MS"/>
              <a:cs typeface="Trebuchet MS"/>
            </a:endParaRPr>
          </a:p>
          <a:p>
            <a:pPr marL="12700">
              <a:lnSpc>
                <a:spcPct val="100000"/>
              </a:lnSpc>
              <a:spcBef>
                <a:spcPts val="125"/>
              </a:spcBef>
            </a:pPr>
            <a:endParaRPr sz="2000" dirty="0">
              <a:latin typeface="Trebuchet MS"/>
              <a:cs typeface="Trebuchet MS"/>
            </a:endParaRPr>
          </a:p>
        </p:txBody>
      </p:sp>
      <p:pic>
        <p:nvPicPr>
          <p:cNvPr id="10" name="Picture 9">
            <a:extLst>
              <a:ext uri="{FF2B5EF4-FFF2-40B4-BE49-F238E27FC236}">
                <a16:creationId xmlns:a16="http://schemas.microsoft.com/office/drawing/2014/main" id="{41C5280E-4B61-82DD-6EA2-ECFBDEA07117}"/>
              </a:ext>
            </a:extLst>
          </p:cNvPr>
          <p:cNvPicPr>
            <a:picLocks noChangeAspect="1"/>
          </p:cNvPicPr>
          <p:nvPr/>
        </p:nvPicPr>
        <p:blipFill>
          <a:blip r:embed="rId3"/>
          <a:stretch>
            <a:fillRect/>
          </a:stretch>
        </p:blipFill>
        <p:spPr>
          <a:xfrm>
            <a:off x="752475" y="1339996"/>
            <a:ext cx="8391526" cy="4835729"/>
          </a:xfrm>
          <a:prstGeom prst="rect">
            <a:avLst/>
          </a:prstGeom>
        </p:spPr>
      </p:pic>
    </p:spTree>
    <p:extLst>
      <p:ext uri="{BB962C8B-B14F-4D97-AF65-F5344CB8AC3E}">
        <p14:creationId xmlns:p14="http://schemas.microsoft.com/office/powerpoint/2010/main" val="40158890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5D60F-B02F-70E3-B013-3E0849FEA02C}"/>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5520CFAC-08A5-6C40-42F8-9AA046F3169D}"/>
              </a:ext>
            </a:extLst>
          </p:cNvPr>
          <p:cNvSpPr/>
          <p:nvPr/>
        </p:nvSpPr>
        <p:spPr>
          <a:xfrm>
            <a:off x="9353550" y="5362575"/>
            <a:ext cx="457200" cy="457200"/>
          </a:xfrm>
          <a:custGeom>
            <a:avLst/>
            <a:gdLst/>
            <a:ahLst/>
            <a:cxnLst/>
            <a:rect l="l" t="t" r="r" b="b"/>
            <a:pathLst>
              <a:path w="457200" h="457200">
                <a:moveTo>
                  <a:pt x="457200" y="0"/>
                </a:moveTo>
                <a:lnTo>
                  <a:pt x="0" y="0"/>
                </a:lnTo>
                <a:lnTo>
                  <a:pt x="0" y="457200"/>
                </a:lnTo>
                <a:lnTo>
                  <a:pt x="457200" y="457200"/>
                </a:lnTo>
                <a:lnTo>
                  <a:pt x="457200" y="0"/>
                </a:lnTo>
                <a:close/>
              </a:path>
            </a:pathLst>
          </a:custGeom>
          <a:solidFill>
            <a:srgbClr val="42AF51"/>
          </a:solidFill>
        </p:spPr>
        <p:txBody>
          <a:bodyPr wrap="square" lIns="0" tIns="0" rIns="0" bIns="0" rtlCol="0"/>
          <a:lstStyle/>
          <a:p>
            <a:endParaRPr/>
          </a:p>
        </p:txBody>
      </p:sp>
      <p:sp>
        <p:nvSpPr>
          <p:cNvPr id="4" name="object 4">
            <a:extLst>
              <a:ext uri="{FF2B5EF4-FFF2-40B4-BE49-F238E27FC236}">
                <a16:creationId xmlns:a16="http://schemas.microsoft.com/office/drawing/2014/main" id="{A53F2C64-AB08-CB67-7249-C57020A8E97F}"/>
              </a:ext>
            </a:extLst>
          </p:cNvPr>
          <p:cNvSpPr/>
          <p:nvPr/>
        </p:nvSpPr>
        <p:spPr>
          <a:xfrm>
            <a:off x="6696075" y="1695450"/>
            <a:ext cx="314325" cy="323850"/>
          </a:xfrm>
          <a:custGeom>
            <a:avLst/>
            <a:gdLst/>
            <a:ahLst/>
            <a:cxnLst/>
            <a:rect l="l" t="t" r="r" b="b"/>
            <a:pathLst>
              <a:path w="314325" h="323850">
                <a:moveTo>
                  <a:pt x="314325" y="0"/>
                </a:moveTo>
                <a:lnTo>
                  <a:pt x="0" y="0"/>
                </a:lnTo>
                <a:lnTo>
                  <a:pt x="0" y="323850"/>
                </a:lnTo>
                <a:lnTo>
                  <a:pt x="314325" y="323850"/>
                </a:lnTo>
                <a:lnTo>
                  <a:pt x="314325" y="0"/>
                </a:lnTo>
                <a:close/>
              </a:path>
            </a:pathLst>
          </a:custGeom>
          <a:solidFill>
            <a:srgbClr val="2D83C3"/>
          </a:solidFill>
        </p:spPr>
        <p:txBody>
          <a:bodyPr wrap="square" lIns="0" tIns="0" rIns="0" bIns="0" rtlCol="0"/>
          <a:lstStyle/>
          <a:p>
            <a:endParaRPr/>
          </a:p>
        </p:txBody>
      </p:sp>
      <p:sp>
        <p:nvSpPr>
          <p:cNvPr id="5" name="object 5">
            <a:extLst>
              <a:ext uri="{FF2B5EF4-FFF2-40B4-BE49-F238E27FC236}">
                <a16:creationId xmlns:a16="http://schemas.microsoft.com/office/drawing/2014/main" id="{7853802C-E0F8-511A-7DB5-59F492C3F035}"/>
              </a:ext>
            </a:extLst>
          </p:cNvPr>
          <p:cNvSpPr/>
          <p:nvPr/>
        </p:nvSpPr>
        <p:spPr>
          <a:xfrm>
            <a:off x="9353550" y="5895975"/>
            <a:ext cx="180975" cy="180975"/>
          </a:xfrm>
          <a:custGeom>
            <a:avLst/>
            <a:gdLst/>
            <a:ahLst/>
            <a:cxnLst/>
            <a:rect l="l" t="t" r="r" b="b"/>
            <a:pathLst>
              <a:path w="180975" h="180975">
                <a:moveTo>
                  <a:pt x="180975" y="0"/>
                </a:moveTo>
                <a:lnTo>
                  <a:pt x="0" y="0"/>
                </a:lnTo>
                <a:lnTo>
                  <a:pt x="0" y="180975"/>
                </a:lnTo>
                <a:lnTo>
                  <a:pt x="180975" y="180975"/>
                </a:lnTo>
                <a:lnTo>
                  <a:pt x="180975" y="0"/>
                </a:lnTo>
                <a:close/>
              </a:path>
            </a:pathLst>
          </a:custGeom>
          <a:solidFill>
            <a:srgbClr val="2D936B"/>
          </a:solidFill>
        </p:spPr>
        <p:txBody>
          <a:bodyPr wrap="square" lIns="0" tIns="0" rIns="0" bIns="0" rtlCol="0"/>
          <a:lstStyle/>
          <a:p>
            <a:endParaRPr/>
          </a:p>
        </p:txBody>
      </p:sp>
      <p:pic>
        <p:nvPicPr>
          <p:cNvPr id="6" name="object 6">
            <a:extLst>
              <a:ext uri="{FF2B5EF4-FFF2-40B4-BE49-F238E27FC236}">
                <a16:creationId xmlns:a16="http://schemas.microsoft.com/office/drawing/2014/main" id="{EEB5E02B-AD66-6E72-38FC-C0AE08285BED}"/>
              </a:ext>
            </a:extLst>
          </p:cNvPr>
          <p:cNvPicPr/>
          <p:nvPr/>
        </p:nvPicPr>
        <p:blipFill>
          <a:blip r:embed="rId2" cstate="print"/>
          <a:stretch>
            <a:fillRect/>
          </a:stretch>
        </p:blipFill>
        <p:spPr>
          <a:xfrm>
            <a:off x="1666875" y="6467475"/>
            <a:ext cx="76200" cy="177800"/>
          </a:xfrm>
          <a:prstGeom prst="rect">
            <a:avLst/>
          </a:prstGeom>
        </p:spPr>
      </p:pic>
      <p:sp>
        <p:nvSpPr>
          <p:cNvPr id="7" name="object 7" descr="$PPTXTitle">
            <a:extLst>
              <a:ext uri="{FF2B5EF4-FFF2-40B4-BE49-F238E27FC236}">
                <a16:creationId xmlns:a16="http://schemas.microsoft.com/office/drawing/2014/main" id="{B6B5B821-E7BF-7E44-7BA5-9C25C27715FA}"/>
              </a:ext>
            </a:extLst>
          </p:cNvPr>
          <p:cNvSpPr txBox="1">
            <a:spLocks noGrp="1"/>
          </p:cNvSpPr>
          <p:nvPr>
            <p:ph type="ctrTitle"/>
          </p:nvPr>
        </p:nvSpPr>
        <p:spPr>
          <a:xfrm>
            <a:off x="755332" y="385444"/>
            <a:ext cx="2444115" cy="1490793"/>
          </a:xfrm>
          <a:prstGeom prst="rect">
            <a:avLst/>
          </a:prstGeom>
        </p:spPr>
        <p:txBody>
          <a:bodyPr vert="horz" wrap="square" lIns="0" tIns="13335" rIns="0" bIns="0" rtlCol="0">
            <a:spAutoFit/>
          </a:bodyPr>
          <a:lstStyle/>
          <a:p>
            <a:pPr marL="12700">
              <a:lnSpc>
                <a:spcPct val="100000"/>
              </a:lnSpc>
              <a:spcBef>
                <a:spcPts val="105"/>
              </a:spcBef>
            </a:pPr>
            <a:r>
              <a:rPr sz="4800" spc="-50" dirty="0"/>
              <a:t>RESULTS</a:t>
            </a:r>
            <a:br>
              <a:rPr lang="en-IN" sz="4800" spc="-50" dirty="0"/>
            </a:br>
            <a:endParaRPr sz="4800" dirty="0"/>
          </a:p>
        </p:txBody>
      </p:sp>
      <p:sp>
        <p:nvSpPr>
          <p:cNvPr id="9" name="object 9">
            <a:extLst>
              <a:ext uri="{FF2B5EF4-FFF2-40B4-BE49-F238E27FC236}">
                <a16:creationId xmlns:a16="http://schemas.microsoft.com/office/drawing/2014/main" id="{0F5E6C6B-DDED-ACF0-0379-29BC63A35985}"/>
              </a:ext>
            </a:extLst>
          </p:cNvPr>
          <p:cNvSpPr txBox="1">
            <a:spLocks noGrp="1"/>
          </p:cNvSpPr>
          <p:nvPr>
            <p:ph type="sldNum" sz="quarter" idx="7"/>
          </p:nvPr>
        </p:nvSpPr>
        <p:spPr>
          <a:prstGeom prst="rect">
            <a:avLst/>
          </a:prstGeom>
        </p:spPr>
        <p:txBody>
          <a:bodyPr vert="horz" wrap="square" lIns="0" tIns="6985" rIns="0" bIns="0" rtlCol="0">
            <a:spAutoFit/>
          </a:bodyPr>
          <a:lstStyle/>
          <a:p>
            <a:pPr marL="38100">
              <a:lnSpc>
                <a:spcPct val="100000"/>
              </a:lnSpc>
              <a:spcBef>
                <a:spcPts val="55"/>
              </a:spcBef>
            </a:pPr>
            <a:fld id="{81D60167-4931-47E6-BA6A-407CBD079E47}" type="slidenum">
              <a:rPr spc="-25" dirty="0"/>
              <a:t>12</a:t>
            </a:fld>
            <a:endParaRPr spc="-25" dirty="0"/>
          </a:p>
        </p:txBody>
      </p:sp>
      <p:pic>
        <p:nvPicPr>
          <p:cNvPr id="10" name="Picture 9">
            <a:extLst>
              <a:ext uri="{FF2B5EF4-FFF2-40B4-BE49-F238E27FC236}">
                <a16:creationId xmlns:a16="http://schemas.microsoft.com/office/drawing/2014/main" id="{FD33C95A-DA1F-40DE-8AF3-A9A01E63421A}"/>
              </a:ext>
            </a:extLst>
          </p:cNvPr>
          <p:cNvPicPr>
            <a:picLocks noChangeAspect="1"/>
          </p:cNvPicPr>
          <p:nvPr/>
        </p:nvPicPr>
        <p:blipFill>
          <a:blip r:embed="rId3"/>
          <a:stretch>
            <a:fillRect/>
          </a:stretch>
        </p:blipFill>
        <p:spPr>
          <a:xfrm>
            <a:off x="609600" y="1219200"/>
            <a:ext cx="8534400" cy="4857750"/>
          </a:xfrm>
          <a:prstGeom prst="rect">
            <a:avLst/>
          </a:prstGeom>
        </p:spPr>
      </p:pic>
    </p:spTree>
    <p:extLst>
      <p:ext uri="{BB962C8B-B14F-4D97-AF65-F5344CB8AC3E}">
        <p14:creationId xmlns:p14="http://schemas.microsoft.com/office/powerpoint/2010/main" val="15860969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EEB45-9E39-2F92-22E7-EDBEA1777524}"/>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3BDB5085-BAAE-AD8A-C33F-27BA499614BB}"/>
              </a:ext>
            </a:extLst>
          </p:cNvPr>
          <p:cNvSpPr/>
          <p:nvPr/>
        </p:nvSpPr>
        <p:spPr>
          <a:xfrm>
            <a:off x="9353550" y="5362575"/>
            <a:ext cx="457200" cy="457200"/>
          </a:xfrm>
          <a:custGeom>
            <a:avLst/>
            <a:gdLst/>
            <a:ahLst/>
            <a:cxnLst/>
            <a:rect l="l" t="t" r="r" b="b"/>
            <a:pathLst>
              <a:path w="457200" h="457200">
                <a:moveTo>
                  <a:pt x="457200" y="0"/>
                </a:moveTo>
                <a:lnTo>
                  <a:pt x="0" y="0"/>
                </a:lnTo>
                <a:lnTo>
                  <a:pt x="0" y="457200"/>
                </a:lnTo>
                <a:lnTo>
                  <a:pt x="457200" y="457200"/>
                </a:lnTo>
                <a:lnTo>
                  <a:pt x="457200" y="0"/>
                </a:lnTo>
                <a:close/>
              </a:path>
            </a:pathLst>
          </a:custGeom>
          <a:solidFill>
            <a:srgbClr val="42AF51"/>
          </a:solidFill>
        </p:spPr>
        <p:txBody>
          <a:bodyPr wrap="square" lIns="0" tIns="0" rIns="0" bIns="0" rtlCol="0"/>
          <a:lstStyle/>
          <a:p>
            <a:endParaRPr/>
          </a:p>
        </p:txBody>
      </p:sp>
      <p:sp>
        <p:nvSpPr>
          <p:cNvPr id="4" name="object 4">
            <a:extLst>
              <a:ext uri="{FF2B5EF4-FFF2-40B4-BE49-F238E27FC236}">
                <a16:creationId xmlns:a16="http://schemas.microsoft.com/office/drawing/2014/main" id="{C0EB18C4-224D-A3DF-F2F8-FB3617822885}"/>
              </a:ext>
            </a:extLst>
          </p:cNvPr>
          <p:cNvSpPr/>
          <p:nvPr/>
        </p:nvSpPr>
        <p:spPr>
          <a:xfrm>
            <a:off x="6696075" y="1695450"/>
            <a:ext cx="314325" cy="323850"/>
          </a:xfrm>
          <a:custGeom>
            <a:avLst/>
            <a:gdLst/>
            <a:ahLst/>
            <a:cxnLst/>
            <a:rect l="l" t="t" r="r" b="b"/>
            <a:pathLst>
              <a:path w="314325" h="323850">
                <a:moveTo>
                  <a:pt x="314325" y="0"/>
                </a:moveTo>
                <a:lnTo>
                  <a:pt x="0" y="0"/>
                </a:lnTo>
                <a:lnTo>
                  <a:pt x="0" y="323850"/>
                </a:lnTo>
                <a:lnTo>
                  <a:pt x="314325" y="323850"/>
                </a:lnTo>
                <a:lnTo>
                  <a:pt x="314325" y="0"/>
                </a:lnTo>
                <a:close/>
              </a:path>
            </a:pathLst>
          </a:custGeom>
          <a:solidFill>
            <a:srgbClr val="2D83C3"/>
          </a:solidFill>
        </p:spPr>
        <p:txBody>
          <a:bodyPr wrap="square" lIns="0" tIns="0" rIns="0" bIns="0" rtlCol="0"/>
          <a:lstStyle/>
          <a:p>
            <a:endParaRPr/>
          </a:p>
        </p:txBody>
      </p:sp>
      <p:sp>
        <p:nvSpPr>
          <p:cNvPr id="5" name="object 5">
            <a:extLst>
              <a:ext uri="{FF2B5EF4-FFF2-40B4-BE49-F238E27FC236}">
                <a16:creationId xmlns:a16="http://schemas.microsoft.com/office/drawing/2014/main" id="{3729F1BB-A3A3-B2D5-760E-2D4ADF22650C}"/>
              </a:ext>
            </a:extLst>
          </p:cNvPr>
          <p:cNvSpPr/>
          <p:nvPr/>
        </p:nvSpPr>
        <p:spPr>
          <a:xfrm>
            <a:off x="9353550" y="5895975"/>
            <a:ext cx="180975" cy="180975"/>
          </a:xfrm>
          <a:custGeom>
            <a:avLst/>
            <a:gdLst/>
            <a:ahLst/>
            <a:cxnLst/>
            <a:rect l="l" t="t" r="r" b="b"/>
            <a:pathLst>
              <a:path w="180975" h="180975">
                <a:moveTo>
                  <a:pt x="180975" y="0"/>
                </a:moveTo>
                <a:lnTo>
                  <a:pt x="0" y="0"/>
                </a:lnTo>
                <a:lnTo>
                  <a:pt x="0" y="180975"/>
                </a:lnTo>
                <a:lnTo>
                  <a:pt x="180975" y="180975"/>
                </a:lnTo>
                <a:lnTo>
                  <a:pt x="180975" y="0"/>
                </a:lnTo>
                <a:close/>
              </a:path>
            </a:pathLst>
          </a:custGeom>
          <a:solidFill>
            <a:srgbClr val="2D936B"/>
          </a:solidFill>
        </p:spPr>
        <p:txBody>
          <a:bodyPr wrap="square" lIns="0" tIns="0" rIns="0" bIns="0" rtlCol="0"/>
          <a:lstStyle/>
          <a:p>
            <a:endParaRPr/>
          </a:p>
        </p:txBody>
      </p:sp>
      <p:pic>
        <p:nvPicPr>
          <p:cNvPr id="6" name="object 6">
            <a:extLst>
              <a:ext uri="{FF2B5EF4-FFF2-40B4-BE49-F238E27FC236}">
                <a16:creationId xmlns:a16="http://schemas.microsoft.com/office/drawing/2014/main" id="{03C6EAB0-00F9-D9D3-D57F-B2D38C8AFA29}"/>
              </a:ext>
            </a:extLst>
          </p:cNvPr>
          <p:cNvPicPr/>
          <p:nvPr/>
        </p:nvPicPr>
        <p:blipFill>
          <a:blip r:embed="rId2" cstate="print"/>
          <a:stretch>
            <a:fillRect/>
          </a:stretch>
        </p:blipFill>
        <p:spPr>
          <a:xfrm>
            <a:off x="1666875" y="6467475"/>
            <a:ext cx="76200" cy="177800"/>
          </a:xfrm>
          <a:prstGeom prst="rect">
            <a:avLst/>
          </a:prstGeom>
        </p:spPr>
      </p:pic>
      <p:sp>
        <p:nvSpPr>
          <p:cNvPr id="7" name="object 7" descr="$PPTXTitle">
            <a:extLst>
              <a:ext uri="{FF2B5EF4-FFF2-40B4-BE49-F238E27FC236}">
                <a16:creationId xmlns:a16="http://schemas.microsoft.com/office/drawing/2014/main" id="{F3C11C64-AA27-CDCD-DB35-5179F8B62890}"/>
              </a:ext>
            </a:extLst>
          </p:cNvPr>
          <p:cNvSpPr txBox="1">
            <a:spLocks noGrp="1"/>
          </p:cNvSpPr>
          <p:nvPr>
            <p:ph type="ctrTitle"/>
          </p:nvPr>
        </p:nvSpPr>
        <p:spPr>
          <a:xfrm>
            <a:off x="755332" y="385444"/>
            <a:ext cx="2444115" cy="1490793"/>
          </a:xfrm>
          <a:prstGeom prst="rect">
            <a:avLst/>
          </a:prstGeom>
        </p:spPr>
        <p:txBody>
          <a:bodyPr vert="horz" wrap="square" lIns="0" tIns="13335" rIns="0" bIns="0" rtlCol="0">
            <a:spAutoFit/>
          </a:bodyPr>
          <a:lstStyle/>
          <a:p>
            <a:pPr marL="12700">
              <a:lnSpc>
                <a:spcPct val="100000"/>
              </a:lnSpc>
              <a:spcBef>
                <a:spcPts val="105"/>
              </a:spcBef>
            </a:pPr>
            <a:r>
              <a:rPr sz="4800" spc="-50" dirty="0"/>
              <a:t>RESULTS</a:t>
            </a:r>
            <a:br>
              <a:rPr lang="en-IN" sz="4800" spc="-50" dirty="0"/>
            </a:br>
            <a:endParaRPr sz="4800" dirty="0"/>
          </a:p>
        </p:txBody>
      </p:sp>
      <p:sp>
        <p:nvSpPr>
          <p:cNvPr id="9" name="object 9">
            <a:extLst>
              <a:ext uri="{FF2B5EF4-FFF2-40B4-BE49-F238E27FC236}">
                <a16:creationId xmlns:a16="http://schemas.microsoft.com/office/drawing/2014/main" id="{AD21BD81-5621-F17E-D5AA-B0F8CA43A5D5}"/>
              </a:ext>
            </a:extLst>
          </p:cNvPr>
          <p:cNvSpPr txBox="1">
            <a:spLocks noGrp="1"/>
          </p:cNvSpPr>
          <p:nvPr>
            <p:ph type="sldNum" sz="quarter" idx="7"/>
          </p:nvPr>
        </p:nvSpPr>
        <p:spPr>
          <a:prstGeom prst="rect">
            <a:avLst/>
          </a:prstGeom>
        </p:spPr>
        <p:txBody>
          <a:bodyPr vert="horz" wrap="square" lIns="0" tIns="6985" rIns="0" bIns="0" rtlCol="0">
            <a:spAutoFit/>
          </a:bodyPr>
          <a:lstStyle/>
          <a:p>
            <a:pPr marL="38100">
              <a:lnSpc>
                <a:spcPct val="100000"/>
              </a:lnSpc>
              <a:spcBef>
                <a:spcPts val="55"/>
              </a:spcBef>
            </a:pPr>
            <a:fld id="{81D60167-4931-47E6-BA6A-407CBD079E47}" type="slidenum">
              <a:rPr spc="-25" dirty="0"/>
              <a:t>13</a:t>
            </a:fld>
            <a:endParaRPr spc="-25" dirty="0"/>
          </a:p>
        </p:txBody>
      </p:sp>
      <p:sp>
        <p:nvSpPr>
          <p:cNvPr id="8" name="object 8">
            <a:extLst>
              <a:ext uri="{FF2B5EF4-FFF2-40B4-BE49-F238E27FC236}">
                <a16:creationId xmlns:a16="http://schemas.microsoft.com/office/drawing/2014/main" id="{3A6564A4-562C-F357-9D21-EC873C0B6BC6}"/>
              </a:ext>
            </a:extLst>
          </p:cNvPr>
          <p:cNvSpPr txBox="1"/>
          <p:nvPr/>
        </p:nvSpPr>
        <p:spPr>
          <a:xfrm>
            <a:off x="886460" y="1457261"/>
            <a:ext cx="3698240" cy="644407"/>
          </a:xfrm>
          <a:prstGeom prst="rect">
            <a:avLst/>
          </a:prstGeom>
        </p:spPr>
        <p:txBody>
          <a:bodyPr vert="horz" wrap="square" lIns="0" tIns="15875" rIns="0" bIns="0" rtlCol="0">
            <a:spAutoFit/>
          </a:bodyPr>
          <a:lstStyle/>
          <a:p>
            <a:pPr marL="12700">
              <a:lnSpc>
                <a:spcPct val="100000"/>
              </a:lnSpc>
              <a:spcBef>
                <a:spcPts val="125"/>
              </a:spcBef>
            </a:pPr>
            <a:endParaRPr lang="en-IN" sz="2000" dirty="0">
              <a:solidFill>
                <a:srgbClr val="404040"/>
              </a:solidFill>
              <a:latin typeface="Trebuchet MS"/>
              <a:cs typeface="Trebuchet MS"/>
            </a:endParaRPr>
          </a:p>
          <a:p>
            <a:pPr marL="12700">
              <a:lnSpc>
                <a:spcPct val="100000"/>
              </a:lnSpc>
              <a:spcBef>
                <a:spcPts val="125"/>
              </a:spcBef>
            </a:pPr>
            <a:endParaRPr sz="2000" dirty="0">
              <a:latin typeface="Trebuchet MS"/>
              <a:cs typeface="Trebuchet MS"/>
            </a:endParaRPr>
          </a:p>
        </p:txBody>
      </p:sp>
      <p:pic>
        <p:nvPicPr>
          <p:cNvPr id="10" name="Picture 9">
            <a:extLst>
              <a:ext uri="{FF2B5EF4-FFF2-40B4-BE49-F238E27FC236}">
                <a16:creationId xmlns:a16="http://schemas.microsoft.com/office/drawing/2014/main" id="{A7B2409F-7D81-29C1-C1CA-67B6DA5ED9FB}"/>
              </a:ext>
            </a:extLst>
          </p:cNvPr>
          <p:cNvPicPr>
            <a:picLocks noChangeAspect="1"/>
          </p:cNvPicPr>
          <p:nvPr/>
        </p:nvPicPr>
        <p:blipFill>
          <a:blip r:embed="rId3"/>
          <a:stretch>
            <a:fillRect/>
          </a:stretch>
        </p:blipFill>
        <p:spPr>
          <a:xfrm>
            <a:off x="533400" y="1371600"/>
            <a:ext cx="8534400" cy="4267200"/>
          </a:xfrm>
          <a:prstGeom prst="rect">
            <a:avLst/>
          </a:prstGeom>
        </p:spPr>
      </p:pic>
    </p:spTree>
    <p:extLst>
      <p:ext uri="{BB962C8B-B14F-4D97-AF65-F5344CB8AC3E}">
        <p14:creationId xmlns:p14="http://schemas.microsoft.com/office/powerpoint/2010/main" val="31112583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33132-E595-2415-B170-97B5ABF5FDF9}"/>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420F7094-6578-E11C-A76B-64F0F223E777}"/>
              </a:ext>
            </a:extLst>
          </p:cNvPr>
          <p:cNvSpPr/>
          <p:nvPr/>
        </p:nvSpPr>
        <p:spPr>
          <a:xfrm>
            <a:off x="9353550" y="5362575"/>
            <a:ext cx="457200" cy="457200"/>
          </a:xfrm>
          <a:custGeom>
            <a:avLst/>
            <a:gdLst/>
            <a:ahLst/>
            <a:cxnLst/>
            <a:rect l="l" t="t" r="r" b="b"/>
            <a:pathLst>
              <a:path w="457200" h="457200">
                <a:moveTo>
                  <a:pt x="457200" y="0"/>
                </a:moveTo>
                <a:lnTo>
                  <a:pt x="0" y="0"/>
                </a:lnTo>
                <a:lnTo>
                  <a:pt x="0" y="457200"/>
                </a:lnTo>
                <a:lnTo>
                  <a:pt x="457200" y="457200"/>
                </a:lnTo>
                <a:lnTo>
                  <a:pt x="457200" y="0"/>
                </a:lnTo>
                <a:close/>
              </a:path>
            </a:pathLst>
          </a:custGeom>
          <a:solidFill>
            <a:srgbClr val="42AF51"/>
          </a:solidFill>
        </p:spPr>
        <p:txBody>
          <a:bodyPr wrap="square" lIns="0" tIns="0" rIns="0" bIns="0" rtlCol="0"/>
          <a:lstStyle/>
          <a:p>
            <a:endParaRPr/>
          </a:p>
        </p:txBody>
      </p:sp>
      <p:sp>
        <p:nvSpPr>
          <p:cNvPr id="4" name="object 4">
            <a:extLst>
              <a:ext uri="{FF2B5EF4-FFF2-40B4-BE49-F238E27FC236}">
                <a16:creationId xmlns:a16="http://schemas.microsoft.com/office/drawing/2014/main" id="{B418613B-5D08-9C52-4703-EEBEB8D15662}"/>
              </a:ext>
            </a:extLst>
          </p:cNvPr>
          <p:cNvSpPr/>
          <p:nvPr/>
        </p:nvSpPr>
        <p:spPr>
          <a:xfrm>
            <a:off x="6696075" y="1695450"/>
            <a:ext cx="314325" cy="323850"/>
          </a:xfrm>
          <a:custGeom>
            <a:avLst/>
            <a:gdLst/>
            <a:ahLst/>
            <a:cxnLst/>
            <a:rect l="l" t="t" r="r" b="b"/>
            <a:pathLst>
              <a:path w="314325" h="323850">
                <a:moveTo>
                  <a:pt x="314325" y="0"/>
                </a:moveTo>
                <a:lnTo>
                  <a:pt x="0" y="0"/>
                </a:lnTo>
                <a:lnTo>
                  <a:pt x="0" y="323850"/>
                </a:lnTo>
                <a:lnTo>
                  <a:pt x="314325" y="323850"/>
                </a:lnTo>
                <a:lnTo>
                  <a:pt x="314325" y="0"/>
                </a:lnTo>
                <a:close/>
              </a:path>
            </a:pathLst>
          </a:custGeom>
          <a:solidFill>
            <a:srgbClr val="2D83C3"/>
          </a:solidFill>
        </p:spPr>
        <p:txBody>
          <a:bodyPr wrap="square" lIns="0" tIns="0" rIns="0" bIns="0" rtlCol="0"/>
          <a:lstStyle/>
          <a:p>
            <a:endParaRPr/>
          </a:p>
        </p:txBody>
      </p:sp>
      <p:sp>
        <p:nvSpPr>
          <p:cNvPr id="5" name="object 5">
            <a:extLst>
              <a:ext uri="{FF2B5EF4-FFF2-40B4-BE49-F238E27FC236}">
                <a16:creationId xmlns:a16="http://schemas.microsoft.com/office/drawing/2014/main" id="{1AC02AE2-D23D-483D-E9EF-25FE850D6A95}"/>
              </a:ext>
            </a:extLst>
          </p:cNvPr>
          <p:cNvSpPr/>
          <p:nvPr/>
        </p:nvSpPr>
        <p:spPr>
          <a:xfrm>
            <a:off x="9353550" y="5895975"/>
            <a:ext cx="180975" cy="180975"/>
          </a:xfrm>
          <a:custGeom>
            <a:avLst/>
            <a:gdLst/>
            <a:ahLst/>
            <a:cxnLst/>
            <a:rect l="l" t="t" r="r" b="b"/>
            <a:pathLst>
              <a:path w="180975" h="180975">
                <a:moveTo>
                  <a:pt x="180975" y="0"/>
                </a:moveTo>
                <a:lnTo>
                  <a:pt x="0" y="0"/>
                </a:lnTo>
                <a:lnTo>
                  <a:pt x="0" y="180975"/>
                </a:lnTo>
                <a:lnTo>
                  <a:pt x="180975" y="180975"/>
                </a:lnTo>
                <a:lnTo>
                  <a:pt x="180975" y="0"/>
                </a:lnTo>
                <a:close/>
              </a:path>
            </a:pathLst>
          </a:custGeom>
          <a:solidFill>
            <a:srgbClr val="2D936B"/>
          </a:solidFill>
        </p:spPr>
        <p:txBody>
          <a:bodyPr wrap="square" lIns="0" tIns="0" rIns="0" bIns="0" rtlCol="0"/>
          <a:lstStyle/>
          <a:p>
            <a:endParaRPr/>
          </a:p>
        </p:txBody>
      </p:sp>
      <p:pic>
        <p:nvPicPr>
          <p:cNvPr id="6" name="object 6">
            <a:extLst>
              <a:ext uri="{FF2B5EF4-FFF2-40B4-BE49-F238E27FC236}">
                <a16:creationId xmlns:a16="http://schemas.microsoft.com/office/drawing/2014/main" id="{CBAD5399-2CC1-8979-CA21-D4FF7A8CE231}"/>
              </a:ext>
            </a:extLst>
          </p:cNvPr>
          <p:cNvPicPr/>
          <p:nvPr/>
        </p:nvPicPr>
        <p:blipFill>
          <a:blip r:embed="rId2" cstate="print"/>
          <a:stretch>
            <a:fillRect/>
          </a:stretch>
        </p:blipFill>
        <p:spPr>
          <a:xfrm>
            <a:off x="1666875" y="6467475"/>
            <a:ext cx="76200" cy="177800"/>
          </a:xfrm>
          <a:prstGeom prst="rect">
            <a:avLst/>
          </a:prstGeom>
        </p:spPr>
      </p:pic>
      <p:sp>
        <p:nvSpPr>
          <p:cNvPr id="7" name="object 7" descr="$PPTXTitle">
            <a:extLst>
              <a:ext uri="{FF2B5EF4-FFF2-40B4-BE49-F238E27FC236}">
                <a16:creationId xmlns:a16="http://schemas.microsoft.com/office/drawing/2014/main" id="{AC317D73-9E61-BDA4-4BE2-2E0C3E7679D1}"/>
              </a:ext>
            </a:extLst>
          </p:cNvPr>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sz="4800" spc="-50" dirty="0"/>
              <a:t>RESULTS</a:t>
            </a:r>
            <a:endParaRPr sz="4800"/>
          </a:p>
        </p:txBody>
      </p:sp>
      <p:sp>
        <p:nvSpPr>
          <p:cNvPr id="9" name="object 9">
            <a:extLst>
              <a:ext uri="{FF2B5EF4-FFF2-40B4-BE49-F238E27FC236}">
                <a16:creationId xmlns:a16="http://schemas.microsoft.com/office/drawing/2014/main" id="{FA31857A-DE75-4AFF-2868-29C083FD47D8}"/>
              </a:ext>
            </a:extLst>
          </p:cNvPr>
          <p:cNvSpPr txBox="1">
            <a:spLocks noGrp="1"/>
          </p:cNvSpPr>
          <p:nvPr>
            <p:ph type="sldNum" sz="quarter" idx="7"/>
          </p:nvPr>
        </p:nvSpPr>
        <p:spPr>
          <a:prstGeom prst="rect">
            <a:avLst/>
          </a:prstGeom>
        </p:spPr>
        <p:txBody>
          <a:bodyPr vert="horz" wrap="square" lIns="0" tIns="6985" rIns="0" bIns="0" rtlCol="0">
            <a:spAutoFit/>
          </a:bodyPr>
          <a:lstStyle/>
          <a:p>
            <a:pPr marL="38100">
              <a:lnSpc>
                <a:spcPct val="100000"/>
              </a:lnSpc>
              <a:spcBef>
                <a:spcPts val="55"/>
              </a:spcBef>
            </a:pPr>
            <a:fld id="{81D60167-4931-47E6-BA6A-407CBD079E47}" type="slidenum">
              <a:rPr spc="-25" dirty="0"/>
              <a:t>14</a:t>
            </a:fld>
            <a:endParaRPr spc="-25" dirty="0"/>
          </a:p>
        </p:txBody>
      </p:sp>
      <p:sp>
        <p:nvSpPr>
          <p:cNvPr id="8" name="object 8">
            <a:extLst>
              <a:ext uri="{FF2B5EF4-FFF2-40B4-BE49-F238E27FC236}">
                <a16:creationId xmlns:a16="http://schemas.microsoft.com/office/drawing/2014/main" id="{40DDAA19-DC08-E4CA-FDC4-09E3CC4D1DE5}"/>
              </a:ext>
            </a:extLst>
          </p:cNvPr>
          <p:cNvSpPr txBox="1"/>
          <p:nvPr/>
        </p:nvSpPr>
        <p:spPr>
          <a:xfrm>
            <a:off x="886460" y="1457261"/>
            <a:ext cx="3698240" cy="644407"/>
          </a:xfrm>
          <a:prstGeom prst="rect">
            <a:avLst/>
          </a:prstGeom>
        </p:spPr>
        <p:txBody>
          <a:bodyPr vert="horz" wrap="square" lIns="0" tIns="15875" rIns="0" bIns="0" rtlCol="0">
            <a:spAutoFit/>
          </a:bodyPr>
          <a:lstStyle/>
          <a:p>
            <a:pPr marL="12700">
              <a:lnSpc>
                <a:spcPct val="100000"/>
              </a:lnSpc>
              <a:spcBef>
                <a:spcPts val="125"/>
              </a:spcBef>
            </a:pPr>
            <a:r>
              <a:rPr sz="2000" dirty="0">
                <a:solidFill>
                  <a:srgbClr val="404040"/>
                </a:solidFill>
                <a:latin typeface="Trebuchet MS"/>
                <a:cs typeface="Trebuchet MS"/>
              </a:rPr>
              <a:t>[Add</a:t>
            </a:r>
            <a:r>
              <a:rPr sz="2000" spc="-25" dirty="0">
                <a:solidFill>
                  <a:srgbClr val="404040"/>
                </a:solidFill>
                <a:latin typeface="Trebuchet MS"/>
                <a:cs typeface="Trebuchet MS"/>
              </a:rPr>
              <a:t> </a:t>
            </a:r>
            <a:r>
              <a:rPr sz="2000" dirty="0">
                <a:solidFill>
                  <a:srgbClr val="404040"/>
                </a:solidFill>
                <a:latin typeface="Trebuchet MS"/>
                <a:cs typeface="Trebuchet MS"/>
              </a:rPr>
              <a:t>screen</a:t>
            </a:r>
            <a:r>
              <a:rPr sz="2000" spc="-80" dirty="0">
                <a:solidFill>
                  <a:srgbClr val="404040"/>
                </a:solidFill>
                <a:latin typeface="Trebuchet MS"/>
                <a:cs typeface="Trebuchet MS"/>
              </a:rPr>
              <a:t> </a:t>
            </a:r>
            <a:r>
              <a:rPr sz="2000" dirty="0">
                <a:solidFill>
                  <a:srgbClr val="404040"/>
                </a:solidFill>
                <a:latin typeface="Trebuchet MS"/>
                <a:cs typeface="Trebuchet MS"/>
              </a:rPr>
              <a:t>shots</a:t>
            </a:r>
            <a:r>
              <a:rPr sz="2000" spc="-20" dirty="0">
                <a:solidFill>
                  <a:srgbClr val="404040"/>
                </a:solidFill>
                <a:latin typeface="Trebuchet MS"/>
                <a:cs typeface="Trebuchet MS"/>
              </a:rPr>
              <a:t> </a:t>
            </a:r>
            <a:r>
              <a:rPr sz="2000" dirty="0">
                <a:solidFill>
                  <a:srgbClr val="404040"/>
                </a:solidFill>
                <a:latin typeface="Trebuchet MS"/>
                <a:cs typeface="Trebuchet MS"/>
              </a:rPr>
              <a:t>of</a:t>
            </a:r>
            <a:r>
              <a:rPr sz="2000" spc="-15" dirty="0">
                <a:solidFill>
                  <a:srgbClr val="404040"/>
                </a:solidFill>
                <a:latin typeface="Trebuchet MS"/>
                <a:cs typeface="Trebuchet MS"/>
              </a:rPr>
              <a:t> </a:t>
            </a:r>
            <a:r>
              <a:rPr sz="2000" dirty="0">
                <a:solidFill>
                  <a:srgbClr val="404040"/>
                </a:solidFill>
                <a:latin typeface="Trebuchet MS"/>
                <a:cs typeface="Trebuchet MS"/>
              </a:rPr>
              <a:t>your</a:t>
            </a:r>
            <a:r>
              <a:rPr sz="2000" spc="15" dirty="0">
                <a:solidFill>
                  <a:srgbClr val="404040"/>
                </a:solidFill>
                <a:latin typeface="Trebuchet MS"/>
                <a:cs typeface="Trebuchet MS"/>
              </a:rPr>
              <a:t> </a:t>
            </a:r>
            <a:r>
              <a:rPr sz="2000" dirty="0">
                <a:solidFill>
                  <a:srgbClr val="404040"/>
                </a:solidFill>
                <a:latin typeface="Trebuchet MS"/>
                <a:cs typeface="Trebuchet MS"/>
              </a:rPr>
              <a:t>code</a:t>
            </a:r>
            <a:r>
              <a:rPr sz="2000" spc="-75" dirty="0">
                <a:solidFill>
                  <a:srgbClr val="404040"/>
                </a:solidFill>
                <a:latin typeface="Trebuchet MS"/>
                <a:cs typeface="Trebuchet MS"/>
              </a:rPr>
              <a:t> </a:t>
            </a:r>
            <a:r>
              <a:rPr sz="2000" spc="-50" dirty="0">
                <a:solidFill>
                  <a:srgbClr val="404040"/>
                </a:solidFill>
                <a:latin typeface="Trebuchet MS"/>
                <a:cs typeface="Trebuchet MS"/>
              </a:rPr>
              <a:t>]</a:t>
            </a:r>
            <a:endParaRPr lang="en-IN" sz="2000" spc="-50" dirty="0">
              <a:solidFill>
                <a:srgbClr val="404040"/>
              </a:solidFill>
              <a:latin typeface="Trebuchet MS"/>
              <a:cs typeface="Trebuchet MS"/>
            </a:endParaRPr>
          </a:p>
          <a:p>
            <a:pPr marL="12700">
              <a:lnSpc>
                <a:spcPct val="100000"/>
              </a:lnSpc>
              <a:spcBef>
                <a:spcPts val="125"/>
              </a:spcBef>
            </a:pPr>
            <a:endParaRPr sz="2000" dirty="0">
              <a:latin typeface="Trebuchet MS"/>
              <a:cs typeface="Trebuchet MS"/>
            </a:endParaRPr>
          </a:p>
        </p:txBody>
      </p:sp>
      <p:pic>
        <p:nvPicPr>
          <p:cNvPr id="10" name="Picture 9">
            <a:extLst>
              <a:ext uri="{FF2B5EF4-FFF2-40B4-BE49-F238E27FC236}">
                <a16:creationId xmlns:a16="http://schemas.microsoft.com/office/drawing/2014/main" id="{B1080DA3-357D-311E-AFCE-19AB7A5BD49C}"/>
              </a:ext>
            </a:extLst>
          </p:cNvPr>
          <p:cNvPicPr>
            <a:picLocks noChangeAspect="1"/>
          </p:cNvPicPr>
          <p:nvPr/>
        </p:nvPicPr>
        <p:blipFill>
          <a:blip r:embed="rId3"/>
          <a:stretch>
            <a:fillRect/>
          </a:stretch>
        </p:blipFill>
        <p:spPr>
          <a:xfrm>
            <a:off x="533400" y="1371600"/>
            <a:ext cx="8610600" cy="4705350"/>
          </a:xfrm>
          <a:prstGeom prst="rect">
            <a:avLst/>
          </a:prstGeom>
        </p:spPr>
      </p:pic>
    </p:spTree>
    <p:extLst>
      <p:ext uri="{BB962C8B-B14F-4D97-AF65-F5344CB8AC3E}">
        <p14:creationId xmlns:p14="http://schemas.microsoft.com/office/powerpoint/2010/main" val="37682442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77380-5446-0BAF-B96F-0066C2E2F33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E9B2773A-F1C2-9684-8F87-F82F16470349}"/>
              </a:ext>
            </a:extLst>
          </p:cNvPr>
          <p:cNvSpPr/>
          <p:nvPr/>
        </p:nvSpPr>
        <p:spPr>
          <a:xfrm>
            <a:off x="9353550" y="5362575"/>
            <a:ext cx="457200" cy="457200"/>
          </a:xfrm>
          <a:custGeom>
            <a:avLst/>
            <a:gdLst/>
            <a:ahLst/>
            <a:cxnLst/>
            <a:rect l="l" t="t" r="r" b="b"/>
            <a:pathLst>
              <a:path w="457200" h="457200">
                <a:moveTo>
                  <a:pt x="457200" y="0"/>
                </a:moveTo>
                <a:lnTo>
                  <a:pt x="0" y="0"/>
                </a:lnTo>
                <a:lnTo>
                  <a:pt x="0" y="457200"/>
                </a:lnTo>
                <a:lnTo>
                  <a:pt x="457200" y="457200"/>
                </a:lnTo>
                <a:lnTo>
                  <a:pt x="457200" y="0"/>
                </a:lnTo>
                <a:close/>
              </a:path>
            </a:pathLst>
          </a:custGeom>
          <a:solidFill>
            <a:srgbClr val="42AF51"/>
          </a:solidFill>
        </p:spPr>
        <p:txBody>
          <a:bodyPr wrap="square" lIns="0" tIns="0" rIns="0" bIns="0" rtlCol="0"/>
          <a:lstStyle/>
          <a:p>
            <a:endParaRPr/>
          </a:p>
        </p:txBody>
      </p:sp>
      <p:sp>
        <p:nvSpPr>
          <p:cNvPr id="4" name="object 4">
            <a:extLst>
              <a:ext uri="{FF2B5EF4-FFF2-40B4-BE49-F238E27FC236}">
                <a16:creationId xmlns:a16="http://schemas.microsoft.com/office/drawing/2014/main" id="{133C3C2A-8D74-2AB0-851F-90FA0842544E}"/>
              </a:ext>
            </a:extLst>
          </p:cNvPr>
          <p:cNvSpPr/>
          <p:nvPr/>
        </p:nvSpPr>
        <p:spPr>
          <a:xfrm>
            <a:off x="6696075" y="1695450"/>
            <a:ext cx="314325" cy="323850"/>
          </a:xfrm>
          <a:custGeom>
            <a:avLst/>
            <a:gdLst/>
            <a:ahLst/>
            <a:cxnLst/>
            <a:rect l="l" t="t" r="r" b="b"/>
            <a:pathLst>
              <a:path w="314325" h="323850">
                <a:moveTo>
                  <a:pt x="314325" y="0"/>
                </a:moveTo>
                <a:lnTo>
                  <a:pt x="0" y="0"/>
                </a:lnTo>
                <a:lnTo>
                  <a:pt x="0" y="323850"/>
                </a:lnTo>
                <a:lnTo>
                  <a:pt x="314325" y="323850"/>
                </a:lnTo>
                <a:lnTo>
                  <a:pt x="314325" y="0"/>
                </a:lnTo>
                <a:close/>
              </a:path>
            </a:pathLst>
          </a:custGeom>
          <a:solidFill>
            <a:srgbClr val="2D83C3"/>
          </a:solidFill>
        </p:spPr>
        <p:txBody>
          <a:bodyPr wrap="square" lIns="0" tIns="0" rIns="0" bIns="0" rtlCol="0"/>
          <a:lstStyle/>
          <a:p>
            <a:endParaRPr/>
          </a:p>
        </p:txBody>
      </p:sp>
      <p:sp>
        <p:nvSpPr>
          <p:cNvPr id="5" name="object 5">
            <a:extLst>
              <a:ext uri="{FF2B5EF4-FFF2-40B4-BE49-F238E27FC236}">
                <a16:creationId xmlns:a16="http://schemas.microsoft.com/office/drawing/2014/main" id="{89A18844-1049-CAC7-BCA5-2BAFC103BBBD}"/>
              </a:ext>
            </a:extLst>
          </p:cNvPr>
          <p:cNvSpPr/>
          <p:nvPr/>
        </p:nvSpPr>
        <p:spPr>
          <a:xfrm>
            <a:off x="9353550" y="5895975"/>
            <a:ext cx="180975" cy="180975"/>
          </a:xfrm>
          <a:custGeom>
            <a:avLst/>
            <a:gdLst/>
            <a:ahLst/>
            <a:cxnLst/>
            <a:rect l="l" t="t" r="r" b="b"/>
            <a:pathLst>
              <a:path w="180975" h="180975">
                <a:moveTo>
                  <a:pt x="180975" y="0"/>
                </a:moveTo>
                <a:lnTo>
                  <a:pt x="0" y="0"/>
                </a:lnTo>
                <a:lnTo>
                  <a:pt x="0" y="180975"/>
                </a:lnTo>
                <a:lnTo>
                  <a:pt x="180975" y="180975"/>
                </a:lnTo>
                <a:lnTo>
                  <a:pt x="180975" y="0"/>
                </a:lnTo>
                <a:close/>
              </a:path>
            </a:pathLst>
          </a:custGeom>
          <a:solidFill>
            <a:srgbClr val="2D936B"/>
          </a:solidFill>
        </p:spPr>
        <p:txBody>
          <a:bodyPr wrap="square" lIns="0" tIns="0" rIns="0" bIns="0" rtlCol="0"/>
          <a:lstStyle/>
          <a:p>
            <a:endParaRPr/>
          </a:p>
        </p:txBody>
      </p:sp>
      <p:pic>
        <p:nvPicPr>
          <p:cNvPr id="6" name="object 6">
            <a:extLst>
              <a:ext uri="{FF2B5EF4-FFF2-40B4-BE49-F238E27FC236}">
                <a16:creationId xmlns:a16="http://schemas.microsoft.com/office/drawing/2014/main" id="{C7FBA852-BF34-A0D3-09EA-D40A3F144816}"/>
              </a:ext>
            </a:extLst>
          </p:cNvPr>
          <p:cNvPicPr/>
          <p:nvPr/>
        </p:nvPicPr>
        <p:blipFill>
          <a:blip r:embed="rId2" cstate="print"/>
          <a:stretch>
            <a:fillRect/>
          </a:stretch>
        </p:blipFill>
        <p:spPr>
          <a:xfrm>
            <a:off x="1666875" y="6467475"/>
            <a:ext cx="76200" cy="177800"/>
          </a:xfrm>
          <a:prstGeom prst="rect">
            <a:avLst/>
          </a:prstGeom>
        </p:spPr>
      </p:pic>
      <p:sp>
        <p:nvSpPr>
          <p:cNvPr id="7" name="object 7" descr="$PPTXTitle">
            <a:extLst>
              <a:ext uri="{FF2B5EF4-FFF2-40B4-BE49-F238E27FC236}">
                <a16:creationId xmlns:a16="http://schemas.microsoft.com/office/drawing/2014/main" id="{9EADF3C7-FCD2-5F48-1FE5-F1DCEB0890F8}"/>
              </a:ext>
            </a:extLst>
          </p:cNvPr>
          <p:cNvSpPr txBox="1">
            <a:spLocks noGrp="1"/>
          </p:cNvSpPr>
          <p:nvPr>
            <p:ph type="ctrTitle"/>
          </p:nvPr>
        </p:nvSpPr>
        <p:spPr>
          <a:xfrm>
            <a:off x="755332" y="385444"/>
            <a:ext cx="2444115" cy="1490793"/>
          </a:xfrm>
          <a:prstGeom prst="rect">
            <a:avLst/>
          </a:prstGeom>
        </p:spPr>
        <p:txBody>
          <a:bodyPr vert="horz" wrap="square" lIns="0" tIns="13335" rIns="0" bIns="0" rtlCol="0">
            <a:spAutoFit/>
          </a:bodyPr>
          <a:lstStyle/>
          <a:p>
            <a:pPr marL="12700">
              <a:lnSpc>
                <a:spcPct val="100000"/>
              </a:lnSpc>
              <a:spcBef>
                <a:spcPts val="105"/>
              </a:spcBef>
            </a:pPr>
            <a:r>
              <a:rPr sz="4800" spc="-50" dirty="0"/>
              <a:t>RESULTS</a:t>
            </a:r>
            <a:br>
              <a:rPr lang="en-IN" sz="4800" spc="-50" dirty="0"/>
            </a:br>
            <a:endParaRPr sz="4800" dirty="0"/>
          </a:p>
        </p:txBody>
      </p:sp>
      <p:sp>
        <p:nvSpPr>
          <p:cNvPr id="9" name="object 9">
            <a:extLst>
              <a:ext uri="{FF2B5EF4-FFF2-40B4-BE49-F238E27FC236}">
                <a16:creationId xmlns:a16="http://schemas.microsoft.com/office/drawing/2014/main" id="{DC450224-FE04-46EC-7C6D-22DC389DDC9A}"/>
              </a:ext>
            </a:extLst>
          </p:cNvPr>
          <p:cNvSpPr txBox="1">
            <a:spLocks noGrp="1"/>
          </p:cNvSpPr>
          <p:nvPr>
            <p:ph type="sldNum" sz="quarter" idx="7"/>
          </p:nvPr>
        </p:nvSpPr>
        <p:spPr>
          <a:prstGeom prst="rect">
            <a:avLst/>
          </a:prstGeom>
        </p:spPr>
        <p:txBody>
          <a:bodyPr vert="horz" wrap="square" lIns="0" tIns="6985" rIns="0" bIns="0" rtlCol="0">
            <a:spAutoFit/>
          </a:bodyPr>
          <a:lstStyle/>
          <a:p>
            <a:pPr marL="38100">
              <a:lnSpc>
                <a:spcPct val="100000"/>
              </a:lnSpc>
              <a:spcBef>
                <a:spcPts val="55"/>
              </a:spcBef>
            </a:pPr>
            <a:fld id="{81D60167-4931-47E6-BA6A-407CBD079E47}" type="slidenum">
              <a:rPr spc="-25" dirty="0"/>
              <a:t>15</a:t>
            </a:fld>
            <a:endParaRPr spc="-25" dirty="0"/>
          </a:p>
        </p:txBody>
      </p:sp>
      <p:sp>
        <p:nvSpPr>
          <p:cNvPr id="8" name="object 8">
            <a:extLst>
              <a:ext uri="{FF2B5EF4-FFF2-40B4-BE49-F238E27FC236}">
                <a16:creationId xmlns:a16="http://schemas.microsoft.com/office/drawing/2014/main" id="{B44EFF02-7051-1141-FFA1-BD22066DCE18}"/>
              </a:ext>
            </a:extLst>
          </p:cNvPr>
          <p:cNvSpPr txBox="1"/>
          <p:nvPr/>
        </p:nvSpPr>
        <p:spPr>
          <a:xfrm>
            <a:off x="886460" y="1457261"/>
            <a:ext cx="3698240" cy="644407"/>
          </a:xfrm>
          <a:prstGeom prst="rect">
            <a:avLst/>
          </a:prstGeom>
        </p:spPr>
        <p:txBody>
          <a:bodyPr vert="horz" wrap="square" lIns="0" tIns="15875" rIns="0" bIns="0" rtlCol="0">
            <a:spAutoFit/>
          </a:bodyPr>
          <a:lstStyle/>
          <a:p>
            <a:pPr marL="12700">
              <a:lnSpc>
                <a:spcPct val="100000"/>
              </a:lnSpc>
              <a:spcBef>
                <a:spcPts val="125"/>
              </a:spcBef>
            </a:pPr>
            <a:endParaRPr lang="en-IN" sz="2000" dirty="0">
              <a:solidFill>
                <a:srgbClr val="404040"/>
              </a:solidFill>
              <a:latin typeface="Trebuchet MS"/>
              <a:cs typeface="Trebuchet MS"/>
            </a:endParaRPr>
          </a:p>
          <a:p>
            <a:pPr marL="12700">
              <a:lnSpc>
                <a:spcPct val="100000"/>
              </a:lnSpc>
              <a:spcBef>
                <a:spcPts val="125"/>
              </a:spcBef>
            </a:pPr>
            <a:endParaRPr sz="2000" dirty="0">
              <a:latin typeface="Trebuchet MS"/>
              <a:cs typeface="Trebuchet MS"/>
            </a:endParaRPr>
          </a:p>
        </p:txBody>
      </p:sp>
      <p:pic>
        <p:nvPicPr>
          <p:cNvPr id="10" name="Picture 9">
            <a:extLst>
              <a:ext uri="{FF2B5EF4-FFF2-40B4-BE49-F238E27FC236}">
                <a16:creationId xmlns:a16="http://schemas.microsoft.com/office/drawing/2014/main" id="{90A9E3F7-7DCC-8A31-52D6-3D2B488A103E}"/>
              </a:ext>
            </a:extLst>
          </p:cNvPr>
          <p:cNvPicPr>
            <a:picLocks noChangeAspect="1"/>
          </p:cNvPicPr>
          <p:nvPr/>
        </p:nvPicPr>
        <p:blipFill>
          <a:blip r:embed="rId3"/>
          <a:stretch>
            <a:fillRect/>
          </a:stretch>
        </p:blipFill>
        <p:spPr>
          <a:xfrm>
            <a:off x="609600" y="1295400"/>
            <a:ext cx="8534400" cy="4724401"/>
          </a:xfrm>
          <a:prstGeom prst="rect">
            <a:avLst/>
          </a:prstGeom>
        </p:spPr>
      </p:pic>
    </p:spTree>
    <p:extLst>
      <p:ext uri="{BB962C8B-B14F-4D97-AF65-F5344CB8AC3E}">
        <p14:creationId xmlns:p14="http://schemas.microsoft.com/office/powerpoint/2010/main" val="1389926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39CE2-833D-393A-88B9-EFC7496158E7}"/>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2C805F72-9F92-8CA4-B8DD-20B715C76154}"/>
              </a:ext>
            </a:extLst>
          </p:cNvPr>
          <p:cNvSpPr/>
          <p:nvPr/>
        </p:nvSpPr>
        <p:spPr>
          <a:xfrm>
            <a:off x="9353550" y="5362575"/>
            <a:ext cx="457200" cy="457200"/>
          </a:xfrm>
          <a:custGeom>
            <a:avLst/>
            <a:gdLst/>
            <a:ahLst/>
            <a:cxnLst/>
            <a:rect l="l" t="t" r="r" b="b"/>
            <a:pathLst>
              <a:path w="457200" h="457200">
                <a:moveTo>
                  <a:pt x="457200" y="0"/>
                </a:moveTo>
                <a:lnTo>
                  <a:pt x="0" y="0"/>
                </a:lnTo>
                <a:lnTo>
                  <a:pt x="0" y="457200"/>
                </a:lnTo>
                <a:lnTo>
                  <a:pt x="457200" y="457200"/>
                </a:lnTo>
                <a:lnTo>
                  <a:pt x="457200" y="0"/>
                </a:lnTo>
                <a:close/>
              </a:path>
            </a:pathLst>
          </a:custGeom>
          <a:solidFill>
            <a:srgbClr val="42AF51"/>
          </a:solidFill>
        </p:spPr>
        <p:txBody>
          <a:bodyPr wrap="square" lIns="0" tIns="0" rIns="0" bIns="0" rtlCol="0"/>
          <a:lstStyle/>
          <a:p>
            <a:endParaRPr/>
          </a:p>
        </p:txBody>
      </p:sp>
      <p:sp>
        <p:nvSpPr>
          <p:cNvPr id="4" name="object 4">
            <a:extLst>
              <a:ext uri="{FF2B5EF4-FFF2-40B4-BE49-F238E27FC236}">
                <a16:creationId xmlns:a16="http://schemas.microsoft.com/office/drawing/2014/main" id="{53178EED-BA68-1BB4-2CB4-2F4BB00CCCA6}"/>
              </a:ext>
            </a:extLst>
          </p:cNvPr>
          <p:cNvSpPr/>
          <p:nvPr/>
        </p:nvSpPr>
        <p:spPr>
          <a:xfrm>
            <a:off x="6696075" y="1695450"/>
            <a:ext cx="314325" cy="323850"/>
          </a:xfrm>
          <a:custGeom>
            <a:avLst/>
            <a:gdLst/>
            <a:ahLst/>
            <a:cxnLst/>
            <a:rect l="l" t="t" r="r" b="b"/>
            <a:pathLst>
              <a:path w="314325" h="323850">
                <a:moveTo>
                  <a:pt x="314325" y="0"/>
                </a:moveTo>
                <a:lnTo>
                  <a:pt x="0" y="0"/>
                </a:lnTo>
                <a:lnTo>
                  <a:pt x="0" y="323850"/>
                </a:lnTo>
                <a:lnTo>
                  <a:pt x="314325" y="323850"/>
                </a:lnTo>
                <a:lnTo>
                  <a:pt x="314325" y="0"/>
                </a:lnTo>
                <a:close/>
              </a:path>
            </a:pathLst>
          </a:custGeom>
          <a:solidFill>
            <a:srgbClr val="2D83C3"/>
          </a:solidFill>
        </p:spPr>
        <p:txBody>
          <a:bodyPr wrap="square" lIns="0" tIns="0" rIns="0" bIns="0" rtlCol="0"/>
          <a:lstStyle/>
          <a:p>
            <a:endParaRPr/>
          </a:p>
        </p:txBody>
      </p:sp>
      <p:sp>
        <p:nvSpPr>
          <p:cNvPr id="5" name="object 5">
            <a:extLst>
              <a:ext uri="{FF2B5EF4-FFF2-40B4-BE49-F238E27FC236}">
                <a16:creationId xmlns:a16="http://schemas.microsoft.com/office/drawing/2014/main" id="{8A07925C-0AFA-C656-89EA-D92D20B33F2A}"/>
              </a:ext>
            </a:extLst>
          </p:cNvPr>
          <p:cNvSpPr/>
          <p:nvPr/>
        </p:nvSpPr>
        <p:spPr>
          <a:xfrm>
            <a:off x="9353550" y="5895975"/>
            <a:ext cx="180975" cy="180975"/>
          </a:xfrm>
          <a:custGeom>
            <a:avLst/>
            <a:gdLst/>
            <a:ahLst/>
            <a:cxnLst/>
            <a:rect l="l" t="t" r="r" b="b"/>
            <a:pathLst>
              <a:path w="180975" h="180975">
                <a:moveTo>
                  <a:pt x="180975" y="0"/>
                </a:moveTo>
                <a:lnTo>
                  <a:pt x="0" y="0"/>
                </a:lnTo>
                <a:lnTo>
                  <a:pt x="0" y="180975"/>
                </a:lnTo>
                <a:lnTo>
                  <a:pt x="180975" y="180975"/>
                </a:lnTo>
                <a:lnTo>
                  <a:pt x="180975" y="0"/>
                </a:lnTo>
                <a:close/>
              </a:path>
            </a:pathLst>
          </a:custGeom>
          <a:solidFill>
            <a:srgbClr val="2D936B"/>
          </a:solidFill>
        </p:spPr>
        <p:txBody>
          <a:bodyPr wrap="square" lIns="0" tIns="0" rIns="0" bIns="0" rtlCol="0"/>
          <a:lstStyle/>
          <a:p>
            <a:endParaRPr/>
          </a:p>
        </p:txBody>
      </p:sp>
      <p:pic>
        <p:nvPicPr>
          <p:cNvPr id="6" name="object 6">
            <a:extLst>
              <a:ext uri="{FF2B5EF4-FFF2-40B4-BE49-F238E27FC236}">
                <a16:creationId xmlns:a16="http://schemas.microsoft.com/office/drawing/2014/main" id="{02A1CA83-46D4-F2CA-3048-79C57D629939}"/>
              </a:ext>
            </a:extLst>
          </p:cNvPr>
          <p:cNvPicPr/>
          <p:nvPr/>
        </p:nvPicPr>
        <p:blipFill>
          <a:blip r:embed="rId2" cstate="print"/>
          <a:stretch>
            <a:fillRect/>
          </a:stretch>
        </p:blipFill>
        <p:spPr>
          <a:xfrm>
            <a:off x="1666875" y="6467475"/>
            <a:ext cx="76200" cy="177800"/>
          </a:xfrm>
          <a:prstGeom prst="rect">
            <a:avLst/>
          </a:prstGeom>
        </p:spPr>
      </p:pic>
      <p:sp>
        <p:nvSpPr>
          <p:cNvPr id="7" name="object 7" descr="$PPTXTitle">
            <a:extLst>
              <a:ext uri="{FF2B5EF4-FFF2-40B4-BE49-F238E27FC236}">
                <a16:creationId xmlns:a16="http://schemas.microsoft.com/office/drawing/2014/main" id="{1EFC3E42-DF29-49E9-3FC4-A007F834E371}"/>
              </a:ext>
            </a:extLst>
          </p:cNvPr>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sz="4800" spc="-50" dirty="0"/>
              <a:t>RESULTS</a:t>
            </a:r>
            <a:endParaRPr sz="4800"/>
          </a:p>
        </p:txBody>
      </p:sp>
      <p:sp>
        <p:nvSpPr>
          <p:cNvPr id="9" name="object 9">
            <a:extLst>
              <a:ext uri="{FF2B5EF4-FFF2-40B4-BE49-F238E27FC236}">
                <a16:creationId xmlns:a16="http://schemas.microsoft.com/office/drawing/2014/main" id="{9AEA2F7D-96B5-F203-D52D-240F4D57A0E1}"/>
              </a:ext>
            </a:extLst>
          </p:cNvPr>
          <p:cNvSpPr txBox="1">
            <a:spLocks noGrp="1"/>
          </p:cNvSpPr>
          <p:nvPr>
            <p:ph type="sldNum" sz="quarter" idx="7"/>
          </p:nvPr>
        </p:nvSpPr>
        <p:spPr>
          <a:prstGeom prst="rect">
            <a:avLst/>
          </a:prstGeom>
        </p:spPr>
        <p:txBody>
          <a:bodyPr vert="horz" wrap="square" lIns="0" tIns="6985" rIns="0" bIns="0" rtlCol="0">
            <a:spAutoFit/>
          </a:bodyPr>
          <a:lstStyle/>
          <a:p>
            <a:pPr marL="38100">
              <a:lnSpc>
                <a:spcPct val="100000"/>
              </a:lnSpc>
              <a:spcBef>
                <a:spcPts val="55"/>
              </a:spcBef>
            </a:pPr>
            <a:fld id="{81D60167-4931-47E6-BA6A-407CBD079E47}" type="slidenum">
              <a:rPr spc="-25" dirty="0"/>
              <a:t>16</a:t>
            </a:fld>
            <a:endParaRPr spc="-25" dirty="0"/>
          </a:p>
        </p:txBody>
      </p:sp>
      <p:pic>
        <p:nvPicPr>
          <p:cNvPr id="10" name="Picture 9">
            <a:extLst>
              <a:ext uri="{FF2B5EF4-FFF2-40B4-BE49-F238E27FC236}">
                <a16:creationId xmlns:a16="http://schemas.microsoft.com/office/drawing/2014/main" id="{8BF571B8-21D4-F213-C96F-B1451929C13D}"/>
              </a:ext>
            </a:extLst>
          </p:cNvPr>
          <p:cNvPicPr>
            <a:picLocks noChangeAspect="1"/>
          </p:cNvPicPr>
          <p:nvPr/>
        </p:nvPicPr>
        <p:blipFill>
          <a:blip r:embed="rId3"/>
          <a:stretch>
            <a:fillRect/>
          </a:stretch>
        </p:blipFill>
        <p:spPr>
          <a:xfrm>
            <a:off x="752474" y="1328567"/>
            <a:ext cx="8240081" cy="4691234"/>
          </a:xfrm>
          <a:prstGeom prst="rect">
            <a:avLst/>
          </a:prstGeom>
        </p:spPr>
      </p:pic>
    </p:spTree>
    <p:extLst>
      <p:ext uri="{BB962C8B-B14F-4D97-AF65-F5344CB8AC3E}">
        <p14:creationId xmlns:p14="http://schemas.microsoft.com/office/powerpoint/2010/main" val="17440868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1F4AC-24E9-D92F-6FFE-9F59700FDCFE}"/>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FAAF1A40-DA44-2DF2-3E15-CBC2D9CA8132}"/>
              </a:ext>
            </a:extLst>
          </p:cNvPr>
          <p:cNvSpPr/>
          <p:nvPr/>
        </p:nvSpPr>
        <p:spPr>
          <a:xfrm>
            <a:off x="9353550" y="5362575"/>
            <a:ext cx="457200" cy="457200"/>
          </a:xfrm>
          <a:custGeom>
            <a:avLst/>
            <a:gdLst/>
            <a:ahLst/>
            <a:cxnLst/>
            <a:rect l="l" t="t" r="r" b="b"/>
            <a:pathLst>
              <a:path w="457200" h="457200">
                <a:moveTo>
                  <a:pt x="457200" y="0"/>
                </a:moveTo>
                <a:lnTo>
                  <a:pt x="0" y="0"/>
                </a:lnTo>
                <a:lnTo>
                  <a:pt x="0" y="457200"/>
                </a:lnTo>
                <a:lnTo>
                  <a:pt x="457200" y="457200"/>
                </a:lnTo>
                <a:lnTo>
                  <a:pt x="457200" y="0"/>
                </a:lnTo>
                <a:close/>
              </a:path>
            </a:pathLst>
          </a:custGeom>
          <a:solidFill>
            <a:srgbClr val="42AF51"/>
          </a:solidFill>
        </p:spPr>
        <p:txBody>
          <a:bodyPr wrap="square" lIns="0" tIns="0" rIns="0" bIns="0" rtlCol="0"/>
          <a:lstStyle/>
          <a:p>
            <a:endParaRPr/>
          </a:p>
        </p:txBody>
      </p:sp>
      <p:sp>
        <p:nvSpPr>
          <p:cNvPr id="4" name="object 4">
            <a:extLst>
              <a:ext uri="{FF2B5EF4-FFF2-40B4-BE49-F238E27FC236}">
                <a16:creationId xmlns:a16="http://schemas.microsoft.com/office/drawing/2014/main" id="{2990EBFD-B1ED-9056-80F6-CAAAB6CCBDC6}"/>
              </a:ext>
            </a:extLst>
          </p:cNvPr>
          <p:cNvSpPr/>
          <p:nvPr/>
        </p:nvSpPr>
        <p:spPr>
          <a:xfrm>
            <a:off x="6696075" y="1695450"/>
            <a:ext cx="314325" cy="323850"/>
          </a:xfrm>
          <a:custGeom>
            <a:avLst/>
            <a:gdLst/>
            <a:ahLst/>
            <a:cxnLst/>
            <a:rect l="l" t="t" r="r" b="b"/>
            <a:pathLst>
              <a:path w="314325" h="323850">
                <a:moveTo>
                  <a:pt x="314325" y="0"/>
                </a:moveTo>
                <a:lnTo>
                  <a:pt x="0" y="0"/>
                </a:lnTo>
                <a:lnTo>
                  <a:pt x="0" y="323850"/>
                </a:lnTo>
                <a:lnTo>
                  <a:pt x="314325" y="323850"/>
                </a:lnTo>
                <a:lnTo>
                  <a:pt x="314325" y="0"/>
                </a:lnTo>
                <a:close/>
              </a:path>
            </a:pathLst>
          </a:custGeom>
          <a:solidFill>
            <a:srgbClr val="2D83C3"/>
          </a:solidFill>
        </p:spPr>
        <p:txBody>
          <a:bodyPr wrap="square" lIns="0" tIns="0" rIns="0" bIns="0" rtlCol="0"/>
          <a:lstStyle/>
          <a:p>
            <a:endParaRPr/>
          </a:p>
        </p:txBody>
      </p:sp>
      <p:sp>
        <p:nvSpPr>
          <p:cNvPr id="5" name="object 5">
            <a:extLst>
              <a:ext uri="{FF2B5EF4-FFF2-40B4-BE49-F238E27FC236}">
                <a16:creationId xmlns:a16="http://schemas.microsoft.com/office/drawing/2014/main" id="{78F1904A-A1E5-D2A5-926B-DF263E371E62}"/>
              </a:ext>
            </a:extLst>
          </p:cNvPr>
          <p:cNvSpPr/>
          <p:nvPr/>
        </p:nvSpPr>
        <p:spPr>
          <a:xfrm>
            <a:off x="9353550" y="5895975"/>
            <a:ext cx="180975" cy="180975"/>
          </a:xfrm>
          <a:custGeom>
            <a:avLst/>
            <a:gdLst/>
            <a:ahLst/>
            <a:cxnLst/>
            <a:rect l="l" t="t" r="r" b="b"/>
            <a:pathLst>
              <a:path w="180975" h="180975">
                <a:moveTo>
                  <a:pt x="180975" y="0"/>
                </a:moveTo>
                <a:lnTo>
                  <a:pt x="0" y="0"/>
                </a:lnTo>
                <a:lnTo>
                  <a:pt x="0" y="180975"/>
                </a:lnTo>
                <a:lnTo>
                  <a:pt x="180975" y="180975"/>
                </a:lnTo>
                <a:lnTo>
                  <a:pt x="180975" y="0"/>
                </a:lnTo>
                <a:close/>
              </a:path>
            </a:pathLst>
          </a:custGeom>
          <a:solidFill>
            <a:srgbClr val="2D936B"/>
          </a:solidFill>
        </p:spPr>
        <p:txBody>
          <a:bodyPr wrap="square" lIns="0" tIns="0" rIns="0" bIns="0" rtlCol="0"/>
          <a:lstStyle/>
          <a:p>
            <a:endParaRPr/>
          </a:p>
        </p:txBody>
      </p:sp>
      <p:pic>
        <p:nvPicPr>
          <p:cNvPr id="6" name="object 6">
            <a:extLst>
              <a:ext uri="{FF2B5EF4-FFF2-40B4-BE49-F238E27FC236}">
                <a16:creationId xmlns:a16="http://schemas.microsoft.com/office/drawing/2014/main" id="{AC76E968-647D-D284-E76D-61758CB4EB29}"/>
              </a:ext>
            </a:extLst>
          </p:cNvPr>
          <p:cNvPicPr/>
          <p:nvPr/>
        </p:nvPicPr>
        <p:blipFill>
          <a:blip r:embed="rId2" cstate="print"/>
          <a:stretch>
            <a:fillRect/>
          </a:stretch>
        </p:blipFill>
        <p:spPr>
          <a:xfrm>
            <a:off x="1666875" y="6467475"/>
            <a:ext cx="76200" cy="177800"/>
          </a:xfrm>
          <a:prstGeom prst="rect">
            <a:avLst/>
          </a:prstGeom>
        </p:spPr>
      </p:pic>
      <p:sp>
        <p:nvSpPr>
          <p:cNvPr id="7" name="object 7" descr="$PPTXTitle">
            <a:extLst>
              <a:ext uri="{FF2B5EF4-FFF2-40B4-BE49-F238E27FC236}">
                <a16:creationId xmlns:a16="http://schemas.microsoft.com/office/drawing/2014/main" id="{4F28B9BD-A77F-D6A1-621E-C39DE6C49109}"/>
              </a:ext>
            </a:extLst>
          </p:cNvPr>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sz="4800" spc="-50" dirty="0"/>
              <a:t>RESULTS</a:t>
            </a:r>
            <a:endParaRPr sz="4800"/>
          </a:p>
        </p:txBody>
      </p:sp>
      <p:sp>
        <p:nvSpPr>
          <p:cNvPr id="9" name="object 9">
            <a:extLst>
              <a:ext uri="{FF2B5EF4-FFF2-40B4-BE49-F238E27FC236}">
                <a16:creationId xmlns:a16="http://schemas.microsoft.com/office/drawing/2014/main" id="{3F9D0F17-E573-E7EA-1BB1-BD711D89039B}"/>
              </a:ext>
            </a:extLst>
          </p:cNvPr>
          <p:cNvSpPr txBox="1">
            <a:spLocks noGrp="1"/>
          </p:cNvSpPr>
          <p:nvPr>
            <p:ph type="sldNum" sz="quarter" idx="7"/>
          </p:nvPr>
        </p:nvSpPr>
        <p:spPr>
          <a:prstGeom prst="rect">
            <a:avLst/>
          </a:prstGeom>
        </p:spPr>
        <p:txBody>
          <a:bodyPr vert="horz" wrap="square" lIns="0" tIns="6985" rIns="0" bIns="0" rtlCol="0">
            <a:spAutoFit/>
          </a:bodyPr>
          <a:lstStyle/>
          <a:p>
            <a:pPr marL="38100">
              <a:lnSpc>
                <a:spcPct val="100000"/>
              </a:lnSpc>
              <a:spcBef>
                <a:spcPts val="55"/>
              </a:spcBef>
            </a:pPr>
            <a:fld id="{81D60167-4931-47E6-BA6A-407CBD079E47}" type="slidenum">
              <a:rPr spc="-25" dirty="0"/>
              <a:t>17</a:t>
            </a:fld>
            <a:endParaRPr spc="-25" dirty="0"/>
          </a:p>
        </p:txBody>
      </p:sp>
      <p:sp>
        <p:nvSpPr>
          <p:cNvPr id="8" name="object 8">
            <a:extLst>
              <a:ext uri="{FF2B5EF4-FFF2-40B4-BE49-F238E27FC236}">
                <a16:creationId xmlns:a16="http://schemas.microsoft.com/office/drawing/2014/main" id="{BA016CC1-DBE7-27E6-8D63-2812DC1A69AC}"/>
              </a:ext>
            </a:extLst>
          </p:cNvPr>
          <p:cNvSpPr txBox="1"/>
          <p:nvPr/>
        </p:nvSpPr>
        <p:spPr>
          <a:xfrm>
            <a:off x="886460" y="1457261"/>
            <a:ext cx="3698240" cy="644407"/>
          </a:xfrm>
          <a:prstGeom prst="rect">
            <a:avLst/>
          </a:prstGeom>
        </p:spPr>
        <p:txBody>
          <a:bodyPr vert="horz" wrap="square" lIns="0" tIns="15875" rIns="0" bIns="0" rtlCol="0">
            <a:spAutoFit/>
          </a:bodyPr>
          <a:lstStyle/>
          <a:p>
            <a:pPr marL="12700">
              <a:lnSpc>
                <a:spcPct val="100000"/>
              </a:lnSpc>
              <a:spcBef>
                <a:spcPts val="125"/>
              </a:spcBef>
            </a:pPr>
            <a:endParaRPr lang="en-IN" sz="2000" spc="-50" dirty="0">
              <a:solidFill>
                <a:srgbClr val="404040"/>
              </a:solidFill>
              <a:latin typeface="Trebuchet MS"/>
              <a:cs typeface="Trebuchet MS"/>
            </a:endParaRPr>
          </a:p>
          <a:p>
            <a:pPr marL="12700">
              <a:lnSpc>
                <a:spcPct val="100000"/>
              </a:lnSpc>
              <a:spcBef>
                <a:spcPts val="125"/>
              </a:spcBef>
            </a:pPr>
            <a:endParaRPr sz="2000" dirty="0">
              <a:latin typeface="Trebuchet MS"/>
              <a:cs typeface="Trebuchet MS"/>
            </a:endParaRPr>
          </a:p>
        </p:txBody>
      </p:sp>
      <p:pic>
        <p:nvPicPr>
          <p:cNvPr id="10" name="Picture 9">
            <a:extLst>
              <a:ext uri="{FF2B5EF4-FFF2-40B4-BE49-F238E27FC236}">
                <a16:creationId xmlns:a16="http://schemas.microsoft.com/office/drawing/2014/main" id="{5BA2012F-C497-0DE4-749A-93026EB897B6}"/>
              </a:ext>
            </a:extLst>
          </p:cNvPr>
          <p:cNvPicPr>
            <a:picLocks noChangeAspect="1"/>
          </p:cNvPicPr>
          <p:nvPr/>
        </p:nvPicPr>
        <p:blipFill>
          <a:blip r:embed="rId3"/>
          <a:stretch>
            <a:fillRect/>
          </a:stretch>
        </p:blipFill>
        <p:spPr>
          <a:xfrm>
            <a:off x="752475" y="1295400"/>
            <a:ext cx="8382000" cy="4724400"/>
          </a:xfrm>
          <a:prstGeom prst="rect">
            <a:avLst/>
          </a:prstGeom>
        </p:spPr>
      </p:pic>
    </p:spTree>
    <p:extLst>
      <p:ext uri="{BB962C8B-B14F-4D97-AF65-F5344CB8AC3E}">
        <p14:creationId xmlns:p14="http://schemas.microsoft.com/office/powerpoint/2010/main" val="28047641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C87FE4-ED80-7405-C2EA-BA119155FA06}"/>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2202415C-9866-D713-46B1-8448A39CBDD5}"/>
              </a:ext>
            </a:extLst>
          </p:cNvPr>
          <p:cNvSpPr/>
          <p:nvPr/>
        </p:nvSpPr>
        <p:spPr>
          <a:xfrm>
            <a:off x="9353550" y="5362575"/>
            <a:ext cx="457200" cy="457200"/>
          </a:xfrm>
          <a:custGeom>
            <a:avLst/>
            <a:gdLst/>
            <a:ahLst/>
            <a:cxnLst/>
            <a:rect l="l" t="t" r="r" b="b"/>
            <a:pathLst>
              <a:path w="457200" h="457200">
                <a:moveTo>
                  <a:pt x="457200" y="0"/>
                </a:moveTo>
                <a:lnTo>
                  <a:pt x="0" y="0"/>
                </a:lnTo>
                <a:lnTo>
                  <a:pt x="0" y="457200"/>
                </a:lnTo>
                <a:lnTo>
                  <a:pt x="457200" y="457200"/>
                </a:lnTo>
                <a:lnTo>
                  <a:pt x="457200" y="0"/>
                </a:lnTo>
                <a:close/>
              </a:path>
            </a:pathLst>
          </a:custGeom>
          <a:solidFill>
            <a:srgbClr val="42AF51"/>
          </a:solidFill>
        </p:spPr>
        <p:txBody>
          <a:bodyPr wrap="square" lIns="0" tIns="0" rIns="0" bIns="0" rtlCol="0"/>
          <a:lstStyle/>
          <a:p>
            <a:endParaRPr/>
          </a:p>
        </p:txBody>
      </p:sp>
      <p:sp>
        <p:nvSpPr>
          <p:cNvPr id="4" name="object 4">
            <a:extLst>
              <a:ext uri="{FF2B5EF4-FFF2-40B4-BE49-F238E27FC236}">
                <a16:creationId xmlns:a16="http://schemas.microsoft.com/office/drawing/2014/main" id="{11A6B123-049B-A5E0-4D92-75841A1BC992}"/>
              </a:ext>
            </a:extLst>
          </p:cNvPr>
          <p:cNvSpPr/>
          <p:nvPr/>
        </p:nvSpPr>
        <p:spPr>
          <a:xfrm>
            <a:off x="6696075" y="1695450"/>
            <a:ext cx="314325" cy="323850"/>
          </a:xfrm>
          <a:custGeom>
            <a:avLst/>
            <a:gdLst/>
            <a:ahLst/>
            <a:cxnLst/>
            <a:rect l="l" t="t" r="r" b="b"/>
            <a:pathLst>
              <a:path w="314325" h="323850">
                <a:moveTo>
                  <a:pt x="314325" y="0"/>
                </a:moveTo>
                <a:lnTo>
                  <a:pt x="0" y="0"/>
                </a:lnTo>
                <a:lnTo>
                  <a:pt x="0" y="323850"/>
                </a:lnTo>
                <a:lnTo>
                  <a:pt x="314325" y="323850"/>
                </a:lnTo>
                <a:lnTo>
                  <a:pt x="314325" y="0"/>
                </a:lnTo>
                <a:close/>
              </a:path>
            </a:pathLst>
          </a:custGeom>
          <a:solidFill>
            <a:srgbClr val="2D83C3"/>
          </a:solidFill>
        </p:spPr>
        <p:txBody>
          <a:bodyPr wrap="square" lIns="0" tIns="0" rIns="0" bIns="0" rtlCol="0"/>
          <a:lstStyle/>
          <a:p>
            <a:endParaRPr/>
          </a:p>
        </p:txBody>
      </p:sp>
      <p:sp>
        <p:nvSpPr>
          <p:cNvPr id="5" name="object 5">
            <a:extLst>
              <a:ext uri="{FF2B5EF4-FFF2-40B4-BE49-F238E27FC236}">
                <a16:creationId xmlns:a16="http://schemas.microsoft.com/office/drawing/2014/main" id="{0960E8B1-F5D5-ACBE-0081-38AB3F9BE49E}"/>
              </a:ext>
            </a:extLst>
          </p:cNvPr>
          <p:cNvSpPr/>
          <p:nvPr/>
        </p:nvSpPr>
        <p:spPr>
          <a:xfrm>
            <a:off x="9353550" y="5895975"/>
            <a:ext cx="180975" cy="180975"/>
          </a:xfrm>
          <a:custGeom>
            <a:avLst/>
            <a:gdLst/>
            <a:ahLst/>
            <a:cxnLst/>
            <a:rect l="l" t="t" r="r" b="b"/>
            <a:pathLst>
              <a:path w="180975" h="180975">
                <a:moveTo>
                  <a:pt x="180975" y="0"/>
                </a:moveTo>
                <a:lnTo>
                  <a:pt x="0" y="0"/>
                </a:lnTo>
                <a:lnTo>
                  <a:pt x="0" y="180975"/>
                </a:lnTo>
                <a:lnTo>
                  <a:pt x="180975" y="180975"/>
                </a:lnTo>
                <a:lnTo>
                  <a:pt x="180975" y="0"/>
                </a:lnTo>
                <a:close/>
              </a:path>
            </a:pathLst>
          </a:custGeom>
          <a:solidFill>
            <a:srgbClr val="2D936B"/>
          </a:solidFill>
        </p:spPr>
        <p:txBody>
          <a:bodyPr wrap="square" lIns="0" tIns="0" rIns="0" bIns="0" rtlCol="0"/>
          <a:lstStyle/>
          <a:p>
            <a:endParaRPr/>
          </a:p>
        </p:txBody>
      </p:sp>
      <p:pic>
        <p:nvPicPr>
          <p:cNvPr id="6" name="object 6">
            <a:extLst>
              <a:ext uri="{FF2B5EF4-FFF2-40B4-BE49-F238E27FC236}">
                <a16:creationId xmlns:a16="http://schemas.microsoft.com/office/drawing/2014/main" id="{C577FE32-1556-2310-AD4F-1AAB8D7833C4}"/>
              </a:ext>
            </a:extLst>
          </p:cNvPr>
          <p:cNvPicPr/>
          <p:nvPr/>
        </p:nvPicPr>
        <p:blipFill>
          <a:blip r:embed="rId2" cstate="print"/>
          <a:stretch>
            <a:fillRect/>
          </a:stretch>
        </p:blipFill>
        <p:spPr>
          <a:xfrm>
            <a:off x="1666875" y="6467475"/>
            <a:ext cx="76200" cy="177800"/>
          </a:xfrm>
          <a:prstGeom prst="rect">
            <a:avLst/>
          </a:prstGeom>
        </p:spPr>
      </p:pic>
      <p:sp>
        <p:nvSpPr>
          <p:cNvPr id="7" name="object 7" descr="$PPTXTitle">
            <a:extLst>
              <a:ext uri="{FF2B5EF4-FFF2-40B4-BE49-F238E27FC236}">
                <a16:creationId xmlns:a16="http://schemas.microsoft.com/office/drawing/2014/main" id="{43BC97E2-DE5C-812E-9A56-2E79EF7289A6}"/>
              </a:ext>
            </a:extLst>
          </p:cNvPr>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sz="4800" spc="-50" dirty="0"/>
              <a:t>RESULTS</a:t>
            </a:r>
            <a:endParaRPr sz="4800"/>
          </a:p>
        </p:txBody>
      </p:sp>
      <p:sp>
        <p:nvSpPr>
          <p:cNvPr id="9" name="object 9">
            <a:extLst>
              <a:ext uri="{FF2B5EF4-FFF2-40B4-BE49-F238E27FC236}">
                <a16:creationId xmlns:a16="http://schemas.microsoft.com/office/drawing/2014/main" id="{B98517F3-D35C-8EEF-5BC8-B4F65EDEDE76}"/>
              </a:ext>
            </a:extLst>
          </p:cNvPr>
          <p:cNvSpPr txBox="1">
            <a:spLocks noGrp="1"/>
          </p:cNvSpPr>
          <p:nvPr>
            <p:ph type="sldNum" sz="quarter" idx="7"/>
          </p:nvPr>
        </p:nvSpPr>
        <p:spPr>
          <a:prstGeom prst="rect">
            <a:avLst/>
          </a:prstGeom>
        </p:spPr>
        <p:txBody>
          <a:bodyPr vert="horz" wrap="square" lIns="0" tIns="6985" rIns="0" bIns="0" rtlCol="0">
            <a:spAutoFit/>
          </a:bodyPr>
          <a:lstStyle/>
          <a:p>
            <a:pPr marL="38100">
              <a:lnSpc>
                <a:spcPct val="100000"/>
              </a:lnSpc>
              <a:spcBef>
                <a:spcPts val="55"/>
              </a:spcBef>
            </a:pPr>
            <a:fld id="{81D60167-4931-47E6-BA6A-407CBD079E47}" type="slidenum">
              <a:rPr spc="-25" dirty="0"/>
              <a:t>18</a:t>
            </a:fld>
            <a:endParaRPr spc="-25" dirty="0"/>
          </a:p>
        </p:txBody>
      </p:sp>
      <p:sp>
        <p:nvSpPr>
          <p:cNvPr id="8" name="object 8">
            <a:extLst>
              <a:ext uri="{FF2B5EF4-FFF2-40B4-BE49-F238E27FC236}">
                <a16:creationId xmlns:a16="http://schemas.microsoft.com/office/drawing/2014/main" id="{B3568B8B-6D41-0E8D-8D3E-B7DD839C8BCE}"/>
              </a:ext>
            </a:extLst>
          </p:cNvPr>
          <p:cNvSpPr txBox="1"/>
          <p:nvPr/>
        </p:nvSpPr>
        <p:spPr>
          <a:xfrm>
            <a:off x="886460" y="1457261"/>
            <a:ext cx="3698240" cy="644407"/>
          </a:xfrm>
          <a:prstGeom prst="rect">
            <a:avLst/>
          </a:prstGeom>
        </p:spPr>
        <p:txBody>
          <a:bodyPr vert="horz" wrap="square" lIns="0" tIns="15875" rIns="0" bIns="0" rtlCol="0">
            <a:spAutoFit/>
          </a:bodyPr>
          <a:lstStyle/>
          <a:p>
            <a:pPr marL="12700">
              <a:lnSpc>
                <a:spcPct val="100000"/>
              </a:lnSpc>
              <a:spcBef>
                <a:spcPts val="125"/>
              </a:spcBef>
            </a:pPr>
            <a:endParaRPr lang="en-IN" sz="2000" spc="-50" dirty="0">
              <a:solidFill>
                <a:srgbClr val="404040"/>
              </a:solidFill>
              <a:latin typeface="Trebuchet MS"/>
              <a:cs typeface="Trebuchet MS"/>
            </a:endParaRPr>
          </a:p>
          <a:p>
            <a:pPr marL="12700">
              <a:lnSpc>
                <a:spcPct val="100000"/>
              </a:lnSpc>
              <a:spcBef>
                <a:spcPts val="125"/>
              </a:spcBef>
            </a:pPr>
            <a:endParaRPr sz="2000" dirty="0">
              <a:latin typeface="Trebuchet MS"/>
              <a:cs typeface="Trebuchet MS"/>
            </a:endParaRPr>
          </a:p>
        </p:txBody>
      </p:sp>
      <p:pic>
        <p:nvPicPr>
          <p:cNvPr id="10" name="Picture 9">
            <a:extLst>
              <a:ext uri="{FF2B5EF4-FFF2-40B4-BE49-F238E27FC236}">
                <a16:creationId xmlns:a16="http://schemas.microsoft.com/office/drawing/2014/main" id="{EC3AF0F5-AAD9-EC90-41EC-2507582B383B}"/>
              </a:ext>
            </a:extLst>
          </p:cNvPr>
          <p:cNvPicPr>
            <a:picLocks noChangeAspect="1"/>
          </p:cNvPicPr>
          <p:nvPr/>
        </p:nvPicPr>
        <p:blipFill>
          <a:blip r:embed="rId3"/>
          <a:stretch>
            <a:fillRect/>
          </a:stretch>
        </p:blipFill>
        <p:spPr>
          <a:xfrm>
            <a:off x="757391" y="1330800"/>
            <a:ext cx="8382955" cy="4746149"/>
          </a:xfrm>
          <a:prstGeom prst="rect">
            <a:avLst/>
          </a:prstGeom>
        </p:spPr>
      </p:pic>
    </p:spTree>
    <p:extLst>
      <p:ext uri="{BB962C8B-B14F-4D97-AF65-F5344CB8AC3E}">
        <p14:creationId xmlns:p14="http://schemas.microsoft.com/office/powerpoint/2010/main" val="20750505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CB363-5F66-5CEB-EE2F-766611E03D03}"/>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E9BA7335-CEFC-070B-EA06-F57517876CA7}"/>
              </a:ext>
            </a:extLst>
          </p:cNvPr>
          <p:cNvSpPr/>
          <p:nvPr/>
        </p:nvSpPr>
        <p:spPr>
          <a:xfrm>
            <a:off x="9353550" y="5362575"/>
            <a:ext cx="457200" cy="457200"/>
          </a:xfrm>
          <a:custGeom>
            <a:avLst/>
            <a:gdLst/>
            <a:ahLst/>
            <a:cxnLst/>
            <a:rect l="l" t="t" r="r" b="b"/>
            <a:pathLst>
              <a:path w="457200" h="457200">
                <a:moveTo>
                  <a:pt x="457200" y="0"/>
                </a:moveTo>
                <a:lnTo>
                  <a:pt x="0" y="0"/>
                </a:lnTo>
                <a:lnTo>
                  <a:pt x="0" y="457200"/>
                </a:lnTo>
                <a:lnTo>
                  <a:pt x="457200" y="457200"/>
                </a:lnTo>
                <a:lnTo>
                  <a:pt x="457200" y="0"/>
                </a:lnTo>
                <a:close/>
              </a:path>
            </a:pathLst>
          </a:custGeom>
          <a:solidFill>
            <a:srgbClr val="42AF51"/>
          </a:solidFill>
        </p:spPr>
        <p:txBody>
          <a:bodyPr wrap="square" lIns="0" tIns="0" rIns="0" bIns="0" rtlCol="0"/>
          <a:lstStyle/>
          <a:p>
            <a:endParaRPr/>
          </a:p>
        </p:txBody>
      </p:sp>
      <p:sp>
        <p:nvSpPr>
          <p:cNvPr id="4" name="object 4">
            <a:extLst>
              <a:ext uri="{FF2B5EF4-FFF2-40B4-BE49-F238E27FC236}">
                <a16:creationId xmlns:a16="http://schemas.microsoft.com/office/drawing/2014/main" id="{AF0290E3-C65E-E40A-2B01-F4EB41A954F5}"/>
              </a:ext>
            </a:extLst>
          </p:cNvPr>
          <p:cNvSpPr/>
          <p:nvPr/>
        </p:nvSpPr>
        <p:spPr>
          <a:xfrm>
            <a:off x="6696075" y="1695450"/>
            <a:ext cx="314325" cy="323850"/>
          </a:xfrm>
          <a:custGeom>
            <a:avLst/>
            <a:gdLst/>
            <a:ahLst/>
            <a:cxnLst/>
            <a:rect l="l" t="t" r="r" b="b"/>
            <a:pathLst>
              <a:path w="314325" h="323850">
                <a:moveTo>
                  <a:pt x="314325" y="0"/>
                </a:moveTo>
                <a:lnTo>
                  <a:pt x="0" y="0"/>
                </a:lnTo>
                <a:lnTo>
                  <a:pt x="0" y="323850"/>
                </a:lnTo>
                <a:lnTo>
                  <a:pt x="314325" y="323850"/>
                </a:lnTo>
                <a:lnTo>
                  <a:pt x="314325" y="0"/>
                </a:lnTo>
                <a:close/>
              </a:path>
            </a:pathLst>
          </a:custGeom>
          <a:solidFill>
            <a:srgbClr val="2D83C3"/>
          </a:solidFill>
        </p:spPr>
        <p:txBody>
          <a:bodyPr wrap="square" lIns="0" tIns="0" rIns="0" bIns="0" rtlCol="0"/>
          <a:lstStyle/>
          <a:p>
            <a:endParaRPr/>
          </a:p>
        </p:txBody>
      </p:sp>
      <p:sp>
        <p:nvSpPr>
          <p:cNvPr id="5" name="object 5">
            <a:extLst>
              <a:ext uri="{FF2B5EF4-FFF2-40B4-BE49-F238E27FC236}">
                <a16:creationId xmlns:a16="http://schemas.microsoft.com/office/drawing/2014/main" id="{B3A78ED7-AEAE-4674-2D5B-7C8CD45ED6DD}"/>
              </a:ext>
            </a:extLst>
          </p:cNvPr>
          <p:cNvSpPr/>
          <p:nvPr/>
        </p:nvSpPr>
        <p:spPr>
          <a:xfrm>
            <a:off x="9353550" y="5895975"/>
            <a:ext cx="180975" cy="180975"/>
          </a:xfrm>
          <a:custGeom>
            <a:avLst/>
            <a:gdLst/>
            <a:ahLst/>
            <a:cxnLst/>
            <a:rect l="l" t="t" r="r" b="b"/>
            <a:pathLst>
              <a:path w="180975" h="180975">
                <a:moveTo>
                  <a:pt x="180975" y="0"/>
                </a:moveTo>
                <a:lnTo>
                  <a:pt x="0" y="0"/>
                </a:lnTo>
                <a:lnTo>
                  <a:pt x="0" y="180975"/>
                </a:lnTo>
                <a:lnTo>
                  <a:pt x="180975" y="180975"/>
                </a:lnTo>
                <a:lnTo>
                  <a:pt x="180975" y="0"/>
                </a:lnTo>
                <a:close/>
              </a:path>
            </a:pathLst>
          </a:custGeom>
          <a:solidFill>
            <a:srgbClr val="2D936B"/>
          </a:solidFill>
        </p:spPr>
        <p:txBody>
          <a:bodyPr wrap="square" lIns="0" tIns="0" rIns="0" bIns="0" rtlCol="0"/>
          <a:lstStyle/>
          <a:p>
            <a:endParaRPr/>
          </a:p>
        </p:txBody>
      </p:sp>
      <p:pic>
        <p:nvPicPr>
          <p:cNvPr id="6" name="object 6">
            <a:extLst>
              <a:ext uri="{FF2B5EF4-FFF2-40B4-BE49-F238E27FC236}">
                <a16:creationId xmlns:a16="http://schemas.microsoft.com/office/drawing/2014/main" id="{0F819527-6F9F-8483-AAB8-A8ACBCB048C3}"/>
              </a:ext>
            </a:extLst>
          </p:cNvPr>
          <p:cNvPicPr/>
          <p:nvPr/>
        </p:nvPicPr>
        <p:blipFill>
          <a:blip r:embed="rId2" cstate="print"/>
          <a:stretch>
            <a:fillRect/>
          </a:stretch>
        </p:blipFill>
        <p:spPr>
          <a:xfrm>
            <a:off x="1666875" y="6467475"/>
            <a:ext cx="76200" cy="177800"/>
          </a:xfrm>
          <a:prstGeom prst="rect">
            <a:avLst/>
          </a:prstGeom>
        </p:spPr>
      </p:pic>
      <p:sp>
        <p:nvSpPr>
          <p:cNvPr id="7" name="object 7" descr="$PPTXTitle">
            <a:extLst>
              <a:ext uri="{FF2B5EF4-FFF2-40B4-BE49-F238E27FC236}">
                <a16:creationId xmlns:a16="http://schemas.microsoft.com/office/drawing/2014/main" id="{1A4AA1D4-BD50-DA54-53CF-D4DDB92B838F}"/>
              </a:ext>
            </a:extLst>
          </p:cNvPr>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sz="4800" spc="-50" dirty="0"/>
              <a:t>RESULTS</a:t>
            </a:r>
            <a:endParaRPr sz="4800"/>
          </a:p>
        </p:txBody>
      </p:sp>
      <p:sp>
        <p:nvSpPr>
          <p:cNvPr id="9" name="object 9">
            <a:extLst>
              <a:ext uri="{FF2B5EF4-FFF2-40B4-BE49-F238E27FC236}">
                <a16:creationId xmlns:a16="http://schemas.microsoft.com/office/drawing/2014/main" id="{10105E7D-6A07-F103-CEF1-5A0599067B60}"/>
              </a:ext>
            </a:extLst>
          </p:cNvPr>
          <p:cNvSpPr txBox="1">
            <a:spLocks noGrp="1"/>
          </p:cNvSpPr>
          <p:nvPr>
            <p:ph type="sldNum" sz="quarter" idx="7"/>
          </p:nvPr>
        </p:nvSpPr>
        <p:spPr>
          <a:prstGeom prst="rect">
            <a:avLst/>
          </a:prstGeom>
        </p:spPr>
        <p:txBody>
          <a:bodyPr vert="horz" wrap="square" lIns="0" tIns="6985" rIns="0" bIns="0" rtlCol="0">
            <a:spAutoFit/>
          </a:bodyPr>
          <a:lstStyle/>
          <a:p>
            <a:pPr marL="38100">
              <a:lnSpc>
                <a:spcPct val="100000"/>
              </a:lnSpc>
              <a:spcBef>
                <a:spcPts val="55"/>
              </a:spcBef>
            </a:pPr>
            <a:fld id="{81D60167-4931-47E6-BA6A-407CBD079E47}" type="slidenum">
              <a:rPr spc="-25" dirty="0"/>
              <a:t>19</a:t>
            </a:fld>
            <a:endParaRPr spc="-25" dirty="0"/>
          </a:p>
        </p:txBody>
      </p:sp>
      <p:sp>
        <p:nvSpPr>
          <p:cNvPr id="8" name="object 8">
            <a:extLst>
              <a:ext uri="{FF2B5EF4-FFF2-40B4-BE49-F238E27FC236}">
                <a16:creationId xmlns:a16="http://schemas.microsoft.com/office/drawing/2014/main" id="{81509C93-DA99-F54F-C836-042F9E7D6386}"/>
              </a:ext>
            </a:extLst>
          </p:cNvPr>
          <p:cNvSpPr txBox="1"/>
          <p:nvPr/>
        </p:nvSpPr>
        <p:spPr>
          <a:xfrm>
            <a:off x="886460" y="1457261"/>
            <a:ext cx="3698240" cy="644407"/>
          </a:xfrm>
          <a:prstGeom prst="rect">
            <a:avLst/>
          </a:prstGeom>
        </p:spPr>
        <p:txBody>
          <a:bodyPr vert="horz" wrap="square" lIns="0" tIns="15875" rIns="0" bIns="0" rtlCol="0">
            <a:spAutoFit/>
          </a:bodyPr>
          <a:lstStyle/>
          <a:p>
            <a:pPr marL="12700">
              <a:lnSpc>
                <a:spcPct val="100000"/>
              </a:lnSpc>
              <a:spcBef>
                <a:spcPts val="125"/>
              </a:spcBef>
            </a:pPr>
            <a:r>
              <a:rPr sz="2000" dirty="0">
                <a:solidFill>
                  <a:srgbClr val="404040"/>
                </a:solidFill>
                <a:latin typeface="Trebuchet MS"/>
                <a:cs typeface="Trebuchet MS"/>
              </a:rPr>
              <a:t>[Add</a:t>
            </a:r>
            <a:r>
              <a:rPr sz="2000" spc="-25" dirty="0">
                <a:solidFill>
                  <a:srgbClr val="404040"/>
                </a:solidFill>
                <a:latin typeface="Trebuchet MS"/>
                <a:cs typeface="Trebuchet MS"/>
              </a:rPr>
              <a:t> </a:t>
            </a:r>
            <a:r>
              <a:rPr sz="2000" dirty="0">
                <a:solidFill>
                  <a:srgbClr val="404040"/>
                </a:solidFill>
                <a:latin typeface="Trebuchet MS"/>
                <a:cs typeface="Trebuchet MS"/>
              </a:rPr>
              <a:t>screen</a:t>
            </a:r>
            <a:r>
              <a:rPr sz="2000" spc="-80" dirty="0">
                <a:solidFill>
                  <a:srgbClr val="404040"/>
                </a:solidFill>
                <a:latin typeface="Trebuchet MS"/>
                <a:cs typeface="Trebuchet MS"/>
              </a:rPr>
              <a:t> </a:t>
            </a:r>
            <a:r>
              <a:rPr sz="2000" dirty="0">
                <a:solidFill>
                  <a:srgbClr val="404040"/>
                </a:solidFill>
                <a:latin typeface="Trebuchet MS"/>
                <a:cs typeface="Trebuchet MS"/>
              </a:rPr>
              <a:t>shots</a:t>
            </a:r>
            <a:r>
              <a:rPr sz="2000" spc="-20" dirty="0">
                <a:solidFill>
                  <a:srgbClr val="404040"/>
                </a:solidFill>
                <a:latin typeface="Trebuchet MS"/>
                <a:cs typeface="Trebuchet MS"/>
              </a:rPr>
              <a:t> </a:t>
            </a:r>
            <a:r>
              <a:rPr sz="2000" dirty="0">
                <a:solidFill>
                  <a:srgbClr val="404040"/>
                </a:solidFill>
                <a:latin typeface="Trebuchet MS"/>
                <a:cs typeface="Trebuchet MS"/>
              </a:rPr>
              <a:t>of</a:t>
            </a:r>
            <a:r>
              <a:rPr sz="2000" spc="-15" dirty="0">
                <a:solidFill>
                  <a:srgbClr val="404040"/>
                </a:solidFill>
                <a:latin typeface="Trebuchet MS"/>
                <a:cs typeface="Trebuchet MS"/>
              </a:rPr>
              <a:t> </a:t>
            </a:r>
            <a:r>
              <a:rPr sz="2000" dirty="0">
                <a:solidFill>
                  <a:srgbClr val="404040"/>
                </a:solidFill>
                <a:latin typeface="Trebuchet MS"/>
                <a:cs typeface="Trebuchet MS"/>
              </a:rPr>
              <a:t>your</a:t>
            </a:r>
            <a:r>
              <a:rPr sz="2000" spc="15" dirty="0">
                <a:solidFill>
                  <a:srgbClr val="404040"/>
                </a:solidFill>
                <a:latin typeface="Trebuchet MS"/>
                <a:cs typeface="Trebuchet MS"/>
              </a:rPr>
              <a:t> </a:t>
            </a:r>
            <a:r>
              <a:rPr sz="2000" dirty="0">
                <a:solidFill>
                  <a:srgbClr val="404040"/>
                </a:solidFill>
                <a:latin typeface="Trebuchet MS"/>
                <a:cs typeface="Trebuchet MS"/>
              </a:rPr>
              <a:t>code</a:t>
            </a:r>
            <a:r>
              <a:rPr sz="2000" spc="-75" dirty="0">
                <a:solidFill>
                  <a:srgbClr val="404040"/>
                </a:solidFill>
                <a:latin typeface="Trebuchet MS"/>
                <a:cs typeface="Trebuchet MS"/>
              </a:rPr>
              <a:t> </a:t>
            </a:r>
            <a:r>
              <a:rPr sz="2000" spc="-50" dirty="0">
                <a:solidFill>
                  <a:srgbClr val="404040"/>
                </a:solidFill>
                <a:latin typeface="Trebuchet MS"/>
                <a:cs typeface="Trebuchet MS"/>
              </a:rPr>
              <a:t>]</a:t>
            </a:r>
            <a:endParaRPr lang="en-IN" sz="2000" spc="-50" dirty="0">
              <a:solidFill>
                <a:srgbClr val="404040"/>
              </a:solidFill>
              <a:latin typeface="Trebuchet MS"/>
              <a:cs typeface="Trebuchet MS"/>
            </a:endParaRPr>
          </a:p>
          <a:p>
            <a:pPr marL="12700">
              <a:lnSpc>
                <a:spcPct val="100000"/>
              </a:lnSpc>
              <a:spcBef>
                <a:spcPts val="125"/>
              </a:spcBef>
            </a:pPr>
            <a:endParaRPr sz="2000" dirty="0">
              <a:latin typeface="Trebuchet MS"/>
              <a:cs typeface="Trebuchet MS"/>
            </a:endParaRPr>
          </a:p>
        </p:txBody>
      </p:sp>
      <p:pic>
        <p:nvPicPr>
          <p:cNvPr id="10" name="Picture 9">
            <a:extLst>
              <a:ext uri="{FF2B5EF4-FFF2-40B4-BE49-F238E27FC236}">
                <a16:creationId xmlns:a16="http://schemas.microsoft.com/office/drawing/2014/main" id="{72C03CF6-E798-9661-C533-970451B0B1DF}"/>
              </a:ext>
            </a:extLst>
          </p:cNvPr>
          <p:cNvPicPr>
            <a:picLocks noChangeAspect="1"/>
          </p:cNvPicPr>
          <p:nvPr/>
        </p:nvPicPr>
        <p:blipFill>
          <a:blip r:embed="rId3"/>
          <a:stretch>
            <a:fillRect/>
          </a:stretch>
        </p:blipFill>
        <p:spPr>
          <a:xfrm>
            <a:off x="533400" y="1166500"/>
            <a:ext cx="8534400" cy="4910449"/>
          </a:xfrm>
          <a:prstGeom prst="rect">
            <a:avLst/>
          </a:prstGeom>
        </p:spPr>
      </p:pic>
    </p:spTree>
    <p:extLst>
      <p:ext uri="{BB962C8B-B14F-4D97-AF65-F5344CB8AC3E}">
        <p14:creationId xmlns:p14="http://schemas.microsoft.com/office/powerpoint/2010/main" val="15206463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B1B3C-9672-CC2A-2E33-0A8939A410DE}"/>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A2C9C851-E81F-353A-784A-69118A1CC903}"/>
              </a:ext>
            </a:extLst>
          </p:cNvPr>
          <p:cNvSpPr/>
          <p:nvPr/>
        </p:nvSpPr>
        <p:spPr>
          <a:xfrm>
            <a:off x="9353550" y="5362575"/>
            <a:ext cx="457200" cy="457200"/>
          </a:xfrm>
          <a:custGeom>
            <a:avLst/>
            <a:gdLst/>
            <a:ahLst/>
            <a:cxnLst/>
            <a:rect l="l" t="t" r="r" b="b"/>
            <a:pathLst>
              <a:path w="457200" h="457200">
                <a:moveTo>
                  <a:pt x="457200" y="0"/>
                </a:moveTo>
                <a:lnTo>
                  <a:pt x="0" y="0"/>
                </a:lnTo>
                <a:lnTo>
                  <a:pt x="0" y="457200"/>
                </a:lnTo>
                <a:lnTo>
                  <a:pt x="457200" y="457200"/>
                </a:lnTo>
                <a:lnTo>
                  <a:pt x="457200" y="0"/>
                </a:lnTo>
                <a:close/>
              </a:path>
            </a:pathLst>
          </a:custGeom>
          <a:solidFill>
            <a:srgbClr val="42AF51"/>
          </a:solidFill>
        </p:spPr>
        <p:txBody>
          <a:bodyPr wrap="square" lIns="0" tIns="0" rIns="0" bIns="0" rtlCol="0"/>
          <a:lstStyle/>
          <a:p>
            <a:endParaRPr/>
          </a:p>
        </p:txBody>
      </p:sp>
      <p:sp>
        <p:nvSpPr>
          <p:cNvPr id="4" name="object 4">
            <a:extLst>
              <a:ext uri="{FF2B5EF4-FFF2-40B4-BE49-F238E27FC236}">
                <a16:creationId xmlns:a16="http://schemas.microsoft.com/office/drawing/2014/main" id="{2F1F2E45-C3BF-F9B1-A732-6AAD9D6A72B3}"/>
              </a:ext>
            </a:extLst>
          </p:cNvPr>
          <p:cNvSpPr/>
          <p:nvPr/>
        </p:nvSpPr>
        <p:spPr>
          <a:xfrm>
            <a:off x="6696075" y="1695450"/>
            <a:ext cx="314325" cy="323850"/>
          </a:xfrm>
          <a:custGeom>
            <a:avLst/>
            <a:gdLst/>
            <a:ahLst/>
            <a:cxnLst/>
            <a:rect l="l" t="t" r="r" b="b"/>
            <a:pathLst>
              <a:path w="314325" h="323850">
                <a:moveTo>
                  <a:pt x="314325" y="0"/>
                </a:moveTo>
                <a:lnTo>
                  <a:pt x="0" y="0"/>
                </a:lnTo>
                <a:lnTo>
                  <a:pt x="0" y="323850"/>
                </a:lnTo>
                <a:lnTo>
                  <a:pt x="314325" y="323850"/>
                </a:lnTo>
                <a:lnTo>
                  <a:pt x="314325" y="0"/>
                </a:lnTo>
                <a:close/>
              </a:path>
            </a:pathLst>
          </a:custGeom>
          <a:solidFill>
            <a:srgbClr val="2D83C3"/>
          </a:solidFill>
        </p:spPr>
        <p:txBody>
          <a:bodyPr wrap="square" lIns="0" tIns="0" rIns="0" bIns="0" rtlCol="0"/>
          <a:lstStyle/>
          <a:p>
            <a:endParaRPr/>
          </a:p>
        </p:txBody>
      </p:sp>
      <p:sp>
        <p:nvSpPr>
          <p:cNvPr id="5" name="object 5">
            <a:extLst>
              <a:ext uri="{FF2B5EF4-FFF2-40B4-BE49-F238E27FC236}">
                <a16:creationId xmlns:a16="http://schemas.microsoft.com/office/drawing/2014/main" id="{8027557A-7F77-3E92-49C3-C0C82BA276D7}"/>
              </a:ext>
            </a:extLst>
          </p:cNvPr>
          <p:cNvSpPr/>
          <p:nvPr/>
        </p:nvSpPr>
        <p:spPr>
          <a:xfrm>
            <a:off x="9353550" y="5895975"/>
            <a:ext cx="180975" cy="180975"/>
          </a:xfrm>
          <a:custGeom>
            <a:avLst/>
            <a:gdLst/>
            <a:ahLst/>
            <a:cxnLst/>
            <a:rect l="l" t="t" r="r" b="b"/>
            <a:pathLst>
              <a:path w="180975" h="180975">
                <a:moveTo>
                  <a:pt x="180975" y="0"/>
                </a:moveTo>
                <a:lnTo>
                  <a:pt x="0" y="0"/>
                </a:lnTo>
                <a:lnTo>
                  <a:pt x="0" y="180975"/>
                </a:lnTo>
                <a:lnTo>
                  <a:pt x="180975" y="180975"/>
                </a:lnTo>
                <a:lnTo>
                  <a:pt x="180975" y="0"/>
                </a:lnTo>
                <a:close/>
              </a:path>
            </a:pathLst>
          </a:custGeom>
          <a:solidFill>
            <a:srgbClr val="2D936B"/>
          </a:solidFill>
        </p:spPr>
        <p:txBody>
          <a:bodyPr wrap="square" lIns="0" tIns="0" rIns="0" bIns="0" rtlCol="0"/>
          <a:lstStyle/>
          <a:p>
            <a:endParaRPr/>
          </a:p>
        </p:txBody>
      </p:sp>
      <p:pic>
        <p:nvPicPr>
          <p:cNvPr id="6" name="object 6">
            <a:extLst>
              <a:ext uri="{FF2B5EF4-FFF2-40B4-BE49-F238E27FC236}">
                <a16:creationId xmlns:a16="http://schemas.microsoft.com/office/drawing/2014/main" id="{9AD9CD75-8246-6B4E-A307-0DB1376442E4}"/>
              </a:ext>
            </a:extLst>
          </p:cNvPr>
          <p:cNvPicPr/>
          <p:nvPr/>
        </p:nvPicPr>
        <p:blipFill>
          <a:blip r:embed="rId2" cstate="print"/>
          <a:stretch>
            <a:fillRect/>
          </a:stretch>
        </p:blipFill>
        <p:spPr>
          <a:xfrm>
            <a:off x="1666875" y="6467475"/>
            <a:ext cx="76200" cy="177800"/>
          </a:xfrm>
          <a:prstGeom prst="rect">
            <a:avLst/>
          </a:prstGeom>
        </p:spPr>
      </p:pic>
      <p:sp>
        <p:nvSpPr>
          <p:cNvPr id="7" name="object 7" descr="$PPTXTitle">
            <a:extLst>
              <a:ext uri="{FF2B5EF4-FFF2-40B4-BE49-F238E27FC236}">
                <a16:creationId xmlns:a16="http://schemas.microsoft.com/office/drawing/2014/main" id="{1A616EE4-1FFA-0EA6-24E2-0663B1A93F30}"/>
              </a:ext>
            </a:extLst>
          </p:cNvPr>
          <p:cNvSpPr txBox="1">
            <a:spLocks noGrp="1"/>
          </p:cNvSpPr>
          <p:nvPr>
            <p:ph type="ctrTitle"/>
          </p:nvPr>
        </p:nvSpPr>
        <p:spPr>
          <a:xfrm>
            <a:off x="755332" y="385444"/>
            <a:ext cx="2444115" cy="1490793"/>
          </a:xfrm>
          <a:prstGeom prst="rect">
            <a:avLst/>
          </a:prstGeom>
        </p:spPr>
        <p:txBody>
          <a:bodyPr vert="horz" wrap="square" lIns="0" tIns="13335" rIns="0" bIns="0" rtlCol="0">
            <a:spAutoFit/>
          </a:bodyPr>
          <a:lstStyle/>
          <a:p>
            <a:pPr marL="12700">
              <a:lnSpc>
                <a:spcPct val="100000"/>
              </a:lnSpc>
              <a:spcBef>
                <a:spcPts val="105"/>
              </a:spcBef>
            </a:pPr>
            <a:r>
              <a:rPr sz="4800" spc="-50" dirty="0"/>
              <a:t>RESULTS</a:t>
            </a:r>
            <a:br>
              <a:rPr lang="en-IN" sz="4800" spc="-50" dirty="0"/>
            </a:br>
            <a:endParaRPr sz="4800" dirty="0"/>
          </a:p>
        </p:txBody>
      </p:sp>
      <p:sp>
        <p:nvSpPr>
          <p:cNvPr id="9" name="object 9">
            <a:extLst>
              <a:ext uri="{FF2B5EF4-FFF2-40B4-BE49-F238E27FC236}">
                <a16:creationId xmlns:a16="http://schemas.microsoft.com/office/drawing/2014/main" id="{F6F3A17C-331B-84B3-D8E1-5A48C5834F30}"/>
              </a:ext>
            </a:extLst>
          </p:cNvPr>
          <p:cNvSpPr txBox="1">
            <a:spLocks noGrp="1"/>
          </p:cNvSpPr>
          <p:nvPr>
            <p:ph type="sldNum" sz="quarter" idx="7"/>
          </p:nvPr>
        </p:nvSpPr>
        <p:spPr>
          <a:prstGeom prst="rect">
            <a:avLst/>
          </a:prstGeom>
        </p:spPr>
        <p:txBody>
          <a:bodyPr vert="horz" wrap="square" lIns="0" tIns="6985" rIns="0" bIns="0" rtlCol="0">
            <a:spAutoFit/>
          </a:bodyPr>
          <a:lstStyle/>
          <a:p>
            <a:pPr marL="38100">
              <a:lnSpc>
                <a:spcPct val="100000"/>
              </a:lnSpc>
              <a:spcBef>
                <a:spcPts val="55"/>
              </a:spcBef>
            </a:pPr>
            <a:fld id="{81D60167-4931-47E6-BA6A-407CBD079E47}" type="slidenum">
              <a:rPr spc="-25" dirty="0"/>
              <a:t>20</a:t>
            </a:fld>
            <a:endParaRPr spc="-25" dirty="0"/>
          </a:p>
        </p:txBody>
      </p:sp>
      <p:pic>
        <p:nvPicPr>
          <p:cNvPr id="10" name="Picture 9">
            <a:extLst>
              <a:ext uri="{FF2B5EF4-FFF2-40B4-BE49-F238E27FC236}">
                <a16:creationId xmlns:a16="http://schemas.microsoft.com/office/drawing/2014/main" id="{DEBEF1FF-7F0F-9314-0CA5-45415B203829}"/>
              </a:ext>
            </a:extLst>
          </p:cNvPr>
          <p:cNvPicPr>
            <a:picLocks noChangeAspect="1"/>
          </p:cNvPicPr>
          <p:nvPr/>
        </p:nvPicPr>
        <p:blipFill>
          <a:blip r:embed="rId3"/>
          <a:stretch>
            <a:fillRect/>
          </a:stretch>
        </p:blipFill>
        <p:spPr>
          <a:xfrm>
            <a:off x="609600" y="1295400"/>
            <a:ext cx="8458200" cy="4890858"/>
          </a:xfrm>
          <a:prstGeom prst="rect">
            <a:avLst/>
          </a:prstGeom>
        </p:spPr>
      </p:pic>
    </p:spTree>
    <p:extLst>
      <p:ext uri="{BB962C8B-B14F-4D97-AF65-F5344CB8AC3E}">
        <p14:creationId xmlns:p14="http://schemas.microsoft.com/office/powerpoint/2010/main" val="39719604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9353550" y="5362575"/>
            <a:ext cx="457200" cy="457200"/>
          </a:xfrm>
          <a:custGeom>
            <a:avLst/>
            <a:gdLst/>
            <a:ahLst/>
            <a:cxnLst/>
            <a:rect l="l" t="t" r="r" b="b"/>
            <a:pathLst>
              <a:path w="457200" h="457200">
                <a:moveTo>
                  <a:pt x="457200" y="0"/>
                </a:moveTo>
                <a:lnTo>
                  <a:pt x="0" y="0"/>
                </a:lnTo>
                <a:lnTo>
                  <a:pt x="0" y="457200"/>
                </a:lnTo>
                <a:lnTo>
                  <a:pt x="457200" y="457200"/>
                </a:lnTo>
                <a:lnTo>
                  <a:pt x="457200" y="0"/>
                </a:lnTo>
                <a:close/>
              </a:path>
            </a:pathLst>
          </a:custGeom>
          <a:solidFill>
            <a:srgbClr val="42AF51"/>
          </a:solidFill>
        </p:spPr>
        <p:txBody>
          <a:bodyPr wrap="square" lIns="0" tIns="0" rIns="0" bIns="0" rtlCol="0"/>
          <a:lstStyle/>
          <a:p>
            <a:endParaRPr/>
          </a:p>
        </p:txBody>
      </p:sp>
      <p:sp>
        <p:nvSpPr>
          <p:cNvPr id="4" name="object 4"/>
          <p:cNvSpPr/>
          <p:nvPr/>
        </p:nvSpPr>
        <p:spPr>
          <a:xfrm>
            <a:off x="6696075" y="1695450"/>
            <a:ext cx="314325" cy="323850"/>
          </a:xfrm>
          <a:custGeom>
            <a:avLst/>
            <a:gdLst/>
            <a:ahLst/>
            <a:cxnLst/>
            <a:rect l="l" t="t" r="r" b="b"/>
            <a:pathLst>
              <a:path w="314325" h="323850">
                <a:moveTo>
                  <a:pt x="314325" y="0"/>
                </a:moveTo>
                <a:lnTo>
                  <a:pt x="0" y="0"/>
                </a:lnTo>
                <a:lnTo>
                  <a:pt x="0" y="323850"/>
                </a:lnTo>
                <a:lnTo>
                  <a:pt x="314325" y="323850"/>
                </a:lnTo>
                <a:lnTo>
                  <a:pt x="314325" y="0"/>
                </a:lnTo>
                <a:close/>
              </a:path>
            </a:pathLst>
          </a:custGeom>
          <a:solidFill>
            <a:srgbClr val="2D83C3"/>
          </a:solidFill>
        </p:spPr>
        <p:txBody>
          <a:bodyPr wrap="square" lIns="0" tIns="0" rIns="0" bIns="0" rtlCol="0"/>
          <a:lstStyle/>
          <a:p>
            <a:endParaRPr/>
          </a:p>
        </p:txBody>
      </p:sp>
      <p:sp>
        <p:nvSpPr>
          <p:cNvPr id="5" name="object 5"/>
          <p:cNvSpPr/>
          <p:nvPr/>
        </p:nvSpPr>
        <p:spPr>
          <a:xfrm>
            <a:off x="9353550" y="5895975"/>
            <a:ext cx="180975" cy="180975"/>
          </a:xfrm>
          <a:custGeom>
            <a:avLst/>
            <a:gdLst/>
            <a:ahLst/>
            <a:cxnLst/>
            <a:rect l="l" t="t" r="r" b="b"/>
            <a:pathLst>
              <a:path w="180975" h="180975">
                <a:moveTo>
                  <a:pt x="180975" y="0"/>
                </a:moveTo>
                <a:lnTo>
                  <a:pt x="0" y="0"/>
                </a:lnTo>
                <a:lnTo>
                  <a:pt x="0" y="180975"/>
                </a:lnTo>
                <a:lnTo>
                  <a:pt x="180975" y="180975"/>
                </a:lnTo>
                <a:lnTo>
                  <a:pt x="180975" y="0"/>
                </a:lnTo>
                <a:close/>
              </a:path>
            </a:pathLst>
          </a:custGeom>
          <a:solidFill>
            <a:srgbClr val="2D936B"/>
          </a:solidFill>
        </p:spPr>
        <p:txBody>
          <a:bodyPr wrap="square" lIns="0" tIns="0" rIns="0" bIns="0" rtlCol="0"/>
          <a:lstStyle/>
          <a:p>
            <a:endParaRPr/>
          </a:p>
        </p:txBody>
      </p:sp>
      <p:pic>
        <p:nvPicPr>
          <p:cNvPr id="6" name="object 6"/>
          <p:cNvPicPr/>
          <p:nvPr/>
        </p:nvPicPr>
        <p:blipFill>
          <a:blip r:embed="rId2" cstate="print"/>
          <a:stretch>
            <a:fillRect/>
          </a:stretch>
        </p:blipFill>
        <p:spPr>
          <a:xfrm>
            <a:off x="1666875" y="6467475"/>
            <a:ext cx="76200" cy="177800"/>
          </a:xfrm>
          <a:prstGeom prst="rect">
            <a:avLst/>
          </a:prstGeom>
        </p:spPr>
      </p:pic>
      <p:sp>
        <p:nvSpPr>
          <p:cNvPr id="7" name="object 7" descr="$PPTXTitle"/>
          <p:cNvSpPr txBox="1">
            <a:spLocks noGrp="1"/>
          </p:cNvSpPr>
          <p:nvPr>
            <p:ph type="title"/>
          </p:nvPr>
        </p:nvSpPr>
        <p:spPr>
          <a:xfrm>
            <a:off x="609600" y="394906"/>
            <a:ext cx="6443662" cy="2348079"/>
          </a:xfrm>
          <a:prstGeom prst="rect">
            <a:avLst/>
          </a:prstGeom>
        </p:spPr>
        <p:txBody>
          <a:bodyPr vert="horz" wrap="square" lIns="0" tIns="16510" rIns="0" bIns="0" rtlCol="0">
            <a:spAutoFit/>
          </a:bodyPr>
          <a:lstStyle/>
          <a:p>
            <a:r>
              <a:rPr sz="3950" dirty="0"/>
              <a:t>Future</a:t>
            </a:r>
            <a:r>
              <a:rPr sz="3950" spc="-150" dirty="0"/>
              <a:t> </a:t>
            </a:r>
            <a:r>
              <a:rPr sz="3950" spc="-10" dirty="0"/>
              <a:t>scope</a:t>
            </a:r>
            <a:br>
              <a:rPr lang="en-IN" sz="3950" spc="-10" dirty="0"/>
            </a:br>
            <a:br>
              <a:rPr lang="en-IN" sz="1600" spc="-10" dirty="0"/>
            </a:br>
            <a:r>
              <a:rPr lang="en-IN" sz="1600" b="0" dirty="0"/>
              <a:t>Connect localized soil moisture probes and automated weather stations to stream micro-climate telemetry directly.</a:t>
            </a:r>
            <a:br>
              <a:rPr lang="en-IN" sz="1600" b="0" dirty="0"/>
            </a:br>
            <a:br>
              <a:rPr lang="en-IN" sz="1600" b="0" dirty="0"/>
            </a:br>
            <a:r>
              <a:rPr lang="en-IN" sz="1600" b="0" dirty="0"/>
              <a:t>Deploy a localized voice-assisted mobile application enabling multilingual alerts directly to smallholder farmers.</a:t>
            </a:r>
            <a:br>
              <a:rPr lang="en-IN" sz="1600" b="0" dirty="0"/>
            </a:br>
            <a:endParaRPr sz="1600" dirty="0"/>
          </a:p>
        </p:txBody>
      </p:sp>
      <p:sp>
        <p:nvSpPr>
          <p:cNvPr id="8" name="object 8"/>
          <p:cNvSpPr txBox="1">
            <a:spLocks noGrp="1"/>
          </p:cNvSpPr>
          <p:nvPr>
            <p:ph type="sldNum" sz="quarter" idx="7"/>
          </p:nvPr>
        </p:nvSpPr>
        <p:spPr>
          <a:prstGeom prst="rect">
            <a:avLst/>
          </a:prstGeom>
        </p:spPr>
        <p:txBody>
          <a:bodyPr vert="horz" wrap="square" lIns="0" tIns="6985" rIns="0" bIns="0" rtlCol="0">
            <a:spAutoFit/>
          </a:bodyPr>
          <a:lstStyle/>
          <a:p>
            <a:pPr marL="38100">
              <a:lnSpc>
                <a:spcPct val="100000"/>
              </a:lnSpc>
              <a:spcBef>
                <a:spcPts val="55"/>
              </a:spcBef>
            </a:pPr>
            <a:fld id="{81D60167-4931-47E6-BA6A-407CBD079E47}" type="slidenum">
              <a:rPr spc="-25" dirty="0"/>
              <a:t>21</a:t>
            </a:fld>
            <a:endParaRPr spc="-25"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9353550" y="5362575"/>
            <a:ext cx="457200" cy="457200"/>
          </a:xfrm>
          <a:custGeom>
            <a:avLst/>
            <a:gdLst/>
            <a:ahLst/>
            <a:cxnLst/>
            <a:rect l="l" t="t" r="r" b="b"/>
            <a:pathLst>
              <a:path w="457200" h="457200">
                <a:moveTo>
                  <a:pt x="457200" y="0"/>
                </a:moveTo>
                <a:lnTo>
                  <a:pt x="0" y="0"/>
                </a:lnTo>
                <a:lnTo>
                  <a:pt x="0" y="457200"/>
                </a:lnTo>
                <a:lnTo>
                  <a:pt x="457200" y="457200"/>
                </a:lnTo>
                <a:lnTo>
                  <a:pt x="457200" y="0"/>
                </a:lnTo>
                <a:close/>
              </a:path>
            </a:pathLst>
          </a:custGeom>
          <a:solidFill>
            <a:srgbClr val="42AF51"/>
          </a:solidFill>
        </p:spPr>
        <p:txBody>
          <a:bodyPr wrap="square" lIns="0" tIns="0" rIns="0" bIns="0" rtlCol="0"/>
          <a:lstStyle/>
          <a:p>
            <a:endParaRPr/>
          </a:p>
        </p:txBody>
      </p:sp>
      <p:sp>
        <p:nvSpPr>
          <p:cNvPr id="4" name="object 4"/>
          <p:cNvSpPr/>
          <p:nvPr/>
        </p:nvSpPr>
        <p:spPr>
          <a:xfrm>
            <a:off x="6696075" y="1695450"/>
            <a:ext cx="314325" cy="323850"/>
          </a:xfrm>
          <a:custGeom>
            <a:avLst/>
            <a:gdLst/>
            <a:ahLst/>
            <a:cxnLst/>
            <a:rect l="l" t="t" r="r" b="b"/>
            <a:pathLst>
              <a:path w="314325" h="323850">
                <a:moveTo>
                  <a:pt x="314325" y="0"/>
                </a:moveTo>
                <a:lnTo>
                  <a:pt x="0" y="0"/>
                </a:lnTo>
                <a:lnTo>
                  <a:pt x="0" y="323850"/>
                </a:lnTo>
                <a:lnTo>
                  <a:pt x="314325" y="323850"/>
                </a:lnTo>
                <a:lnTo>
                  <a:pt x="314325" y="0"/>
                </a:lnTo>
                <a:close/>
              </a:path>
            </a:pathLst>
          </a:custGeom>
          <a:solidFill>
            <a:srgbClr val="2D83C3"/>
          </a:solidFill>
        </p:spPr>
        <p:txBody>
          <a:bodyPr wrap="square" lIns="0" tIns="0" rIns="0" bIns="0" rtlCol="0"/>
          <a:lstStyle/>
          <a:p>
            <a:endParaRPr/>
          </a:p>
        </p:txBody>
      </p:sp>
      <p:sp>
        <p:nvSpPr>
          <p:cNvPr id="5" name="object 5"/>
          <p:cNvSpPr/>
          <p:nvPr/>
        </p:nvSpPr>
        <p:spPr>
          <a:xfrm>
            <a:off x="9353550" y="5895975"/>
            <a:ext cx="180975" cy="180975"/>
          </a:xfrm>
          <a:custGeom>
            <a:avLst/>
            <a:gdLst/>
            <a:ahLst/>
            <a:cxnLst/>
            <a:rect l="l" t="t" r="r" b="b"/>
            <a:pathLst>
              <a:path w="180975" h="180975">
                <a:moveTo>
                  <a:pt x="180975" y="0"/>
                </a:moveTo>
                <a:lnTo>
                  <a:pt x="0" y="0"/>
                </a:lnTo>
                <a:lnTo>
                  <a:pt x="0" y="180975"/>
                </a:lnTo>
                <a:lnTo>
                  <a:pt x="180975" y="180975"/>
                </a:lnTo>
                <a:lnTo>
                  <a:pt x="180975" y="0"/>
                </a:lnTo>
                <a:close/>
              </a:path>
            </a:pathLst>
          </a:custGeom>
          <a:solidFill>
            <a:srgbClr val="2D936B"/>
          </a:solidFill>
        </p:spPr>
        <p:txBody>
          <a:bodyPr wrap="square" lIns="0" tIns="0" rIns="0" bIns="0" rtlCol="0"/>
          <a:lstStyle/>
          <a:p>
            <a:endParaRPr/>
          </a:p>
        </p:txBody>
      </p:sp>
      <p:pic>
        <p:nvPicPr>
          <p:cNvPr id="6" name="object 6"/>
          <p:cNvPicPr/>
          <p:nvPr/>
        </p:nvPicPr>
        <p:blipFill>
          <a:blip r:embed="rId2" cstate="print"/>
          <a:stretch>
            <a:fillRect/>
          </a:stretch>
        </p:blipFill>
        <p:spPr>
          <a:xfrm>
            <a:off x="1666875" y="6467475"/>
            <a:ext cx="76200" cy="177800"/>
          </a:xfrm>
          <a:prstGeom prst="rect">
            <a:avLst/>
          </a:prstGeom>
        </p:spPr>
      </p:pic>
      <p:sp>
        <p:nvSpPr>
          <p:cNvPr id="7" name="object 7" descr="$PPTXTitle"/>
          <p:cNvSpPr txBox="1">
            <a:spLocks noGrp="1"/>
          </p:cNvSpPr>
          <p:nvPr>
            <p:ph type="title"/>
          </p:nvPr>
        </p:nvSpPr>
        <p:spPr>
          <a:prstGeom prst="rect">
            <a:avLst/>
          </a:prstGeom>
        </p:spPr>
        <p:txBody>
          <a:bodyPr vert="horz" wrap="square" lIns="0" tIns="16510" rIns="0" bIns="0" rtlCol="0">
            <a:spAutoFit/>
          </a:bodyPr>
          <a:lstStyle/>
          <a:p>
            <a:pPr marL="12700">
              <a:lnSpc>
                <a:spcPct val="100000"/>
              </a:lnSpc>
              <a:spcBef>
                <a:spcPts val="130"/>
              </a:spcBef>
            </a:pPr>
            <a:r>
              <a:rPr sz="3950" dirty="0"/>
              <a:t>GitHub</a:t>
            </a:r>
            <a:r>
              <a:rPr sz="3950" spc="85" dirty="0"/>
              <a:t> </a:t>
            </a:r>
            <a:r>
              <a:rPr sz="3950" spc="-20" dirty="0"/>
              <a:t>Link</a:t>
            </a:r>
            <a:endParaRPr sz="3950"/>
          </a:p>
        </p:txBody>
      </p:sp>
      <p:sp>
        <p:nvSpPr>
          <p:cNvPr id="9" name="object 9"/>
          <p:cNvSpPr txBox="1">
            <a:spLocks noGrp="1"/>
          </p:cNvSpPr>
          <p:nvPr>
            <p:ph type="sldNum" sz="quarter" idx="7"/>
          </p:nvPr>
        </p:nvSpPr>
        <p:spPr>
          <a:prstGeom prst="rect">
            <a:avLst/>
          </a:prstGeom>
        </p:spPr>
        <p:txBody>
          <a:bodyPr vert="horz" wrap="square" lIns="0" tIns="6985" rIns="0" bIns="0" rtlCol="0">
            <a:spAutoFit/>
          </a:bodyPr>
          <a:lstStyle/>
          <a:p>
            <a:pPr marL="38100">
              <a:lnSpc>
                <a:spcPct val="100000"/>
              </a:lnSpc>
              <a:spcBef>
                <a:spcPts val="55"/>
              </a:spcBef>
            </a:pPr>
            <a:fld id="{81D60167-4931-47E6-BA6A-407CBD079E47}" type="slidenum">
              <a:rPr spc="-25" dirty="0"/>
              <a:t>22</a:t>
            </a:fld>
            <a:endParaRPr spc="-25" dirty="0"/>
          </a:p>
        </p:txBody>
      </p:sp>
      <p:sp>
        <p:nvSpPr>
          <p:cNvPr id="8" name="object 8"/>
          <p:cNvSpPr txBox="1"/>
          <p:nvPr/>
        </p:nvSpPr>
        <p:spPr>
          <a:xfrm>
            <a:off x="808672" y="1465897"/>
            <a:ext cx="5592129" cy="553549"/>
          </a:xfrm>
          <a:prstGeom prst="rect">
            <a:avLst/>
          </a:prstGeom>
        </p:spPr>
        <p:txBody>
          <a:bodyPr vert="horz" wrap="square" lIns="0" tIns="10795" rIns="0" bIns="0" rtlCol="0">
            <a:spAutoFit/>
          </a:bodyPr>
          <a:lstStyle/>
          <a:p>
            <a:pPr marL="12700" marR="5080">
              <a:lnSpc>
                <a:spcPct val="100800"/>
              </a:lnSpc>
              <a:spcBef>
                <a:spcPts val="85"/>
              </a:spcBef>
            </a:pPr>
            <a:r>
              <a:rPr lang="en-IN" sz="1800" dirty="0">
                <a:latin typeface="Trebuchet MS"/>
                <a:cs typeface="Trebuchet MS"/>
              </a:rPr>
              <a:t>https://github.com/abhinavpd099/Seasonal-Agriculture-Performance-Analysis</a:t>
            </a:r>
            <a:endParaRPr sz="1800" dirty="0">
              <a:latin typeface="Trebuchet MS"/>
              <a:cs typeface="Trebuchet M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9353550" y="5362575"/>
            <a:ext cx="457200" cy="457200"/>
          </a:xfrm>
          <a:custGeom>
            <a:avLst/>
            <a:gdLst/>
            <a:ahLst/>
            <a:cxnLst/>
            <a:rect l="l" t="t" r="r" b="b"/>
            <a:pathLst>
              <a:path w="457200" h="457200">
                <a:moveTo>
                  <a:pt x="457200" y="0"/>
                </a:moveTo>
                <a:lnTo>
                  <a:pt x="0" y="0"/>
                </a:lnTo>
                <a:lnTo>
                  <a:pt x="0" y="457200"/>
                </a:lnTo>
                <a:lnTo>
                  <a:pt x="457200" y="457200"/>
                </a:lnTo>
                <a:lnTo>
                  <a:pt x="457200" y="0"/>
                </a:lnTo>
                <a:close/>
              </a:path>
            </a:pathLst>
          </a:custGeom>
          <a:solidFill>
            <a:srgbClr val="42AF51"/>
          </a:solidFill>
        </p:spPr>
        <p:txBody>
          <a:bodyPr wrap="square" lIns="0" tIns="0" rIns="0" bIns="0" rtlCol="0"/>
          <a:lstStyle/>
          <a:p>
            <a:endParaRPr/>
          </a:p>
        </p:txBody>
      </p:sp>
      <p:sp>
        <p:nvSpPr>
          <p:cNvPr id="4" name="object 4"/>
          <p:cNvSpPr/>
          <p:nvPr/>
        </p:nvSpPr>
        <p:spPr>
          <a:xfrm>
            <a:off x="6696075" y="1695450"/>
            <a:ext cx="314325" cy="323850"/>
          </a:xfrm>
          <a:custGeom>
            <a:avLst/>
            <a:gdLst/>
            <a:ahLst/>
            <a:cxnLst/>
            <a:rect l="l" t="t" r="r" b="b"/>
            <a:pathLst>
              <a:path w="314325" h="323850">
                <a:moveTo>
                  <a:pt x="314325" y="0"/>
                </a:moveTo>
                <a:lnTo>
                  <a:pt x="0" y="0"/>
                </a:lnTo>
                <a:lnTo>
                  <a:pt x="0" y="323850"/>
                </a:lnTo>
                <a:lnTo>
                  <a:pt x="314325" y="323850"/>
                </a:lnTo>
                <a:lnTo>
                  <a:pt x="314325" y="0"/>
                </a:lnTo>
                <a:close/>
              </a:path>
            </a:pathLst>
          </a:custGeom>
          <a:solidFill>
            <a:srgbClr val="2D83C3"/>
          </a:solidFill>
        </p:spPr>
        <p:txBody>
          <a:bodyPr wrap="square" lIns="0" tIns="0" rIns="0" bIns="0" rtlCol="0"/>
          <a:lstStyle/>
          <a:p>
            <a:endParaRPr/>
          </a:p>
        </p:txBody>
      </p:sp>
      <p:sp>
        <p:nvSpPr>
          <p:cNvPr id="5" name="object 5"/>
          <p:cNvSpPr/>
          <p:nvPr/>
        </p:nvSpPr>
        <p:spPr>
          <a:xfrm>
            <a:off x="9353550" y="5895975"/>
            <a:ext cx="180975" cy="180975"/>
          </a:xfrm>
          <a:custGeom>
            <a:avLst/>
            <a:gdLst/>
            <a:ahLst/>
            <a:cxnLst/>
            <a:rect l="l" t="t" r="r" b="b"/>
            <a:pathLst>
              <a:path w="180975" h="180975">
                <a:moveTo>
                  <a:pt x="180975" y="0"/>
                </a:moveTo>
                <a:lnTo>
                  <a:pt x="0" y="0"/>
                </a:lnTo>
                <a:lnTo>
                  <a:pt x="0" y="180975"/>
                </a:lnTo>
                <a:lnTo>
                  <a:pt x="180975" y="180975"/>
                </a:lnTo>
                <a:lnTo>
                  <a:pt x="180975" y="0"/>
                </a:lnTo>
                <a:close/>
              </a:path>
            </a:pathLst>
          </a:custGeom>
          <a:solidFill>
            <a:srgbClr val="2D936B"/>
          </a:solidFill>
        </p:spPr>
        <p:txBody>
          <a:bodyPr wrap="square" lIns="0" tIns="0" rIns="0" bIns="0" rtlCol="0"/>
          <a:lstStyle/>
          <a:p>
            <a:endParaRPr/>
          </a:p>
        </p:txBody>
      </p:sp>
      <p:pic>
        <p:nvPicPr>
          <p:cNvPr id="6" name="object 6"/>
          <p:cNvPicPr/>
          <p:nvPr/>
        </p:nvPicPr>
        <p:blipFill>
          <a:blip r:embed="rId2" cstate="print"/>
          <a:stretch>
            <a:fillRect/>
          </a:stretch>
        </p:blipFill>
        <p:spPr>
          <a:xfrm>
            <a:off x="1666875" y="6467475"/>
            <a:ext cx="76200" cy="177800"/>
          </a:xfrm>
          <a:prstGeom prst="rect">
            <a:avLst/>
          </a:prstGeom>
        </p:spPr>
      </p:pic>
      <p:sp>
        <p:nvSpPr>
          <p:cNvPr id="7" name="object 7" descr="$PPTXTitle"/>
          <p:cNvSpPr txBox="1">
            <a:spLocks noGrp="1"/>
          </p:cNvSpPr>
          <p:nvPr>
            <p:ph type="title"/>
          </p:nvPr>
        </p:nvSpPr>
        <p:spPr>
          <a:xfrm>
            <a:off x="755332" y="394906"/>
            <a:ext cx="6297930" cy="1351139"/>
          </a:xfrm>
          <a:prstGeom prst="rect">
            <a:avLst/>
          </a:prstGeom>
        </p:spPr>
        <p:txBody>
          <a:bodyPr vert="horz" wrap="square" lIns="0" tIns="31115" rIns="0" bIns="0" rtlCol="0">
            <a:spAutoFit/>
          </a:bodyPr>
          <a:lstStyle/>
          <a:p>
            <a:pPr marL="12700" marR="5080">
              <a:lnSpc>
                <a:spcPts val="3460"/>
              </a:lnSpc>
              <a:spcBef>
                <a:spcPts val="245"/>
              </a:spcBef>
            </a:pPr>
            <a:r>
              <a:rPr dirty="0"/>
              <a:t>VOIS</a:t>
            </a:r>
            <a:r>
              <a:rPr spc="-45" dirty="0"/>
              <a:t> </a:t>
            </a:r>
            <a:r>
              <a:rPr dirty="0"/>
              <a:t>Course</a:t>
            </a:r>
            <a:r>
              <a:rPr spc="-80" dirty="0"/>
              <a:t> </a:t>
            </a:r>
            <a:r>
              <a:rPr dirty="0"/>
              <a:t>completion</a:t>
            </a:r>
            <a:r>
              <a:rPr spc="-45" dirty="0"/>
              <a:t> </a:t>
            </a:r>
            <a:r>
              <a:rPr dirty="0"/>
              <a:t>certificate</a:t>
            </a:r>
            <a:r>
              <a:rPr spc="-40" dirty="0"/>
              <a:t> </a:t>
            </a:r>
            <a:r>
              <a:rPr spc="-50" dirty="0"/>
              <a:t>- </a:t>
            </a:r>
            <a:r>
              <a:rPr dirty="0"/>
              <a:t>Course</a:t>
            </a:r>
            <a:r>
              <a:rPr spc="-85" dirty="0"/>
              <a:t> </a:t>
            </a:r>
            <a:r>
              <a:rPr dirty="0"/>
              <a:t>name-</a:t>
            </a:r>
            <a:r>
              <a:rPr spc="-10" dirty="0"/>
              <a:t> </a:t>
            </a:r>
            <a:r>
              <a:rPr dirty="0"/>
              <a:t>Data</a:t>
            </a:r>
            <a:r>
              <a:rPr spc="-40" dirty="0"/>
              <a:t> </a:t>
            </a:r>
            <a:r>
              <a:rPr spc="-10" dirty="0"/>
              <a:t>Visualization</a:t>
            </a:r>
            <a:br>
              <a:rPr lang="en-IN" spc="-10" dirty="0"/>
            </a:br>
            <a:endParaRPr spc="-10" dirty="0"/>
          </a:p>
        </p:txBody>
      </p:sp>
      <p:sp>
        <p:nvSpPr>
          <p:cNvPr id="8" name="object 8"/>
          <p:cNvSpPr txBox="1">
            <a:spLocks noGrp="1"/>
          </p:cNvSpPr>
          <p:nvPr>
            <p:ph type="sldNum" sz="quarter" idx="7"/>
          </p:nvPr>
        </p:nvSpPr>
        <p:spPr>
          <a:prstGeom prst="rect">
            <a:avLst/>
          </a:prstGeom>
        </p:spPr>
        <p:txBody>
          <a:bodyPr vert="horz" wrap="square" lIns="0" tIns="6985" rIns="0" bIns="0" rtlCol="0">
            <a:spAutoFit/>
          </a:bodyPr>
          <a:lstStyle/>
          <a:p>
            <a:pPr marL="38100">
              <a:lnSpc>
                <a:spcPct val="100000"/>
              </a:lnSpc>
              <a:spcBef>
                <a:spcPts val="55"/>
              </a:spcBef>
            </a:pPr>
            <a:fld id="{81D60167-4931-47E6-BA6A-407CBD079E47}" type="slidenum">
              <a:rPr spc="-25" dirty="0"/>
              <a:t>23</a:t>
            </a:fld>
            <a:endParaRPr spc="-25" dirty="0"/>
          </a:p>
        </p:txBody>
      </p:sp>
      <p:pic>
        <p:nvPicPr>
          <p:cNvPr id="9" name="Picture 8">
            <a:extLst>
              <a:ext uri="{FF2B5EF4-FFF2-40B4-BE49-F238E27FC236}">
                <a16:creationId xmlns:a16="http://schemas.microsoft.com/office/drawing/2014/main" id="{83BAFC61-E746-7C1B-25E3-E428C2942FBD}"/>
              </a:ext>
            </a:extLst>
          </p:cNvPr>
          <p:cNvPicPr>
            <a:picLocks noChangeAspect="1"/>
          </p:cNvPicPr>
          <p:nvPr/>
        </p:nvPicPr>
        <p:blipFill>
          <a:blip r:embed="rId3"/>
          <a:stretch>
            <a:fillRect/>
          </a:stretch>
        </p:blipFill>
        <p:spPr>
          <a:xfrm>
            <a:off x="609600" y="1295400"/>
            <a:ext cx="8467726" cy="5037078"/>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542925" y="3467100"/>
            <a:ext cx="466725" cy="400050"/>
          </a:xfrm>
          <a:custGeom>
            <a:avLst/>
            <a:gdLst/>
            <a:ahLst/>
            <a:cxnLst/>
            <a:rect l="l" t="t" r="r" b="b"/>
            <a:pathLst>
              <a:path w="466725" h="400050">
                <a:moveTo>
                  <a:pt x="366712" y="0"/>
                </a:moveTo>
                <a:lnTo>
                  <a:pt x="100012" y="0"/>
                </a:lnTo>
                <a:lnTo>
                  <a:pt x="0" y="200025"/>
                </a:lnTo>
                <a:lnTo>
                  <a:pt x="100012" y="400050"/>
                </a:lnTo>
                <a:lnTo>
                  <a:pt x="366712" y="400050"/>
                </a:lnTo>
                <a:lnTo>
                  <a:pt x="466725" y="200025"/>
                </a:lnTo>
                <a:lnTo>
                  <a:pt x="366712" y="0"/>
                </a:lnTo>
                <a:close/>
              </a:path>
            </a:pathLst>
          </a:custGeom>
          <a:solidFill>
            <a:srgbClr val="5FCAEE"/>
          </a:solidFill>
        </p:spPr>
        <p:txBody>
          <a:bodyPr wrap="square" lIns="0" tIns="0" rIns="0" bIns="0" rtlCol="0"/>
          <a:lstStyle/>
          <a:p>
            <a:endParaRPr/>
          </a:p>
        </p:txBody>
      </p:sp>
      <p:grpSp>
        <p:nvGrpSpPr>
          <p:cNvPr id="3" name="object 3"/>
          <p:cNvGrpSpPr/>
          <p:nvPr/>
        </p:nvGrpSpPr>
        <p:grpSpPr>
          <a:xfrm>
            <a:off x="10887075" y="2200275"/>
            <a:ext cx="581025" cy="504825"/>
            <a:chOff x="10887075" y="2200275"/>
            <a:chExt cx="581025" cy="504825"/>
          </a:xfrm>
        </p:grpSpPr>
        <p:sp>
          <p:nvSpPr>
            <p:cNvPr id="4" name="object 4"/>
            <p:cNvSpPr/>
            <p:nvPr/>
          </p:nvSpPr>
          <p:spPr>
            <a:xfrm>
              <a:off x="11115675" y="2390775"/>
              <a:ext cx="352425" cy="314325"/>
            </a:xfrm>
            <a:custGeom>
              <a:avLst/>
              <a:gdLst/>
              <a:ahLst/>
              <a:cxnLst/>
              <a:rect l="l" t="t" r="r" b="b"/>
              <a:pathLst>
                <a:path w="352425" h="314325">
                  <a:moveTo>
                    <a:pt x="273811" y="0"/>
                  </a:moveTo>
                  <a:lnTo>
                    <a:pt x="78613" y="0"/>
                  </a:lnTo>
                  <a:lnTo>
                    <a:pt x="0" y="157099"/>
                  </a:lnTo>
                  <a:lnTo>
                    <a:pt x="78613" y="314325"/>
                  </a:lnTo>
                  <a:lnTo>
                    <a:pt x="273811" y="314325"/>
                  </a:lnTo>
                  <a:lnTo>
                    <a:pt x="352425" y="157099"/>
                  </a:lnTo>
                  <a:lnTo>
                    <a:pt x="273811" y="0"/>
                  </a:lnTo>
                  <a:close/>
                </a:path>
              </a:pathLst>
            </a:custGeom>
            <a:solidFill>
              <a:srgbClr val="2D83C3"/>
            </a:solidFill>
          </p:spPr>
          <p:txBody>
            <a:bodyPr wrap="square" lIns="0" tIns="0" rIns="0" bIns="0" rtlCol="0"/>
            <a:lstStyle/>
            <a:p>
              <a:endParaRPr/>
            </a:p>
          </p:txBody>
        </p:sp>
        <p:pic>
          <p:nvPicPr>
            <p:cNvPr id="5" name="object 5"/>
            <p:cNvPicPr/>
            <p:nvPr/>
          </p:nvPicPr>
          <p:blipFill>
            <a:blip r:embed="rId2" cstate="print"/>
            <a:stretch>
              <a:fillRect/>
            </a:stretch>
          </p:blipFill>
          <p:spPr>
            <a:xfrm>
              <a:off x="10887075" y="2200275"/>
              <a:ext cx="228600" cy="200025"/>
            </a:xfrm>
            <a:prstGeom prst="rect">
              <a:avLst/>
            </a:prstGeom>
          </p:spPr>
        </p:pic>
      </p:grpSp>
      <p:sp>
        <p:nvSpPr>
          <p:cNvPr id="6" name="object 6" descr="$PPTXTitle"/>
          <p:cNvSpPr txBox="1">
            <a:spLocks noGrp="1"/>
          </p:cNvSpPr>
          <p:nvPr>
            <p:ph type="title"/>
          </p:nvPr>
        </p:nvSpPr>
        <p:spPr>
          <a:xfrm rot="10800000" flipV="1">
            <a:off x="3886200" y="2547937"/>
            <a:ext cx="2743200" cy="670696"/>
          </a:xfrm>
          <a:prstGeom prst="rect">
            <a:avLst/>
          </a:prstGeom>
        </p:spPr>
        <p:txBody>
          <a:bodyPr vert="horz" wrap="square" lIns="0" tIns="16510" rIns="0" bIns="0" rtlCol="0">
            <a:spAutoFit/>
          </a:bodyPr>
          <a:lstStyle/>
          <a:p>
            <a:pPr marL="12700">
              <a:lnSpc>
                <a:spcPct val="100000"/>
              </a:lnSpc>
              <a:spcBef>
                <a:spcPts val="130"/>
              </a:spcBef>
            </a:pPr>
            <a:r>
              <a:rPr sz="4250" dirty="0"/>
              <a:t>Thank</a:t>
            </a:r>
            <a:r>
              <a:rPr sz="4250" spc="60" dirty="0"/>
              <a:t> </a:t>
            </a:r>
            <a:r>
              <a:rPr sz="4250" spc="-25" dirty="0"/>
              <a:t>you</a:t>
            </a:r>
            <a:endParaRPr sz="4250" dirty="0"/>
          </a:p>
        </p:txBody>
      </p:sp>
      <p:sp>
        <p:nvSpPr>
          <p:cNvPr id="7" name="object 7"/>
          <p:cNvSpPr txBox="1"/>
          <p:nvPr/>
        </p:nvSpPr>
        <p:spPr>
          <a:xfrm>
            <a:off x="4751451" y="4681854"/>
            <a:ext cx="99060" cy="265430"/>
          </a:xfrm>
          <a:prstGeom prst="rect">
            <a:avLst/>
          </a:prstGeom>
        </p:spPr>
        <p:txBody>
          <a:bodyPr vert="horz" wrap="square" lIns="0" tIns="15875" rIns="0" bIns="0" rtlCol="0">
            <a:spAutoFit/>
          </a:bodyPr>
          <a:lstStyle/>
          <a:p>
            <a:pPr marL="12700">
              <a:lnSpc>
                <a:spcPct val="100000"/>
              </a:lnSpc>
              <a:spcBef>
                <a:spcPts val="125"/>
              </a:spcBef>
            </a:pPr>
            <a:r>
              <a:rPr sz="1550" spc="-50" dirty="0">
                <a:latin typeface="Trebuchet MS"/>
                <a:cs typeface="Trebuchet MS"/>
              </a:rPr>
              <a:t>.</a:t>
            </a:r>
            <a:endParaRPr sz="1550">
              <a:latin typeface="Trebuchet MS"/>
              <a:cs typeface="Trebuchet MS"/>
            </a:endParaRPr>
          </a:p>
        </p:txBody>
      </p:sp>
      <p:sp>
        <p:nvSpPr>
          <p:cNvPr id="8" name="object 8"/>
          <p:cNvSpPr txBox="1"/>
          <p:nvPr/>
        </p:nvSpPr>
        <p:spPr>
          <a:xfrm>
            <a:off x="9618726" y="4681854"/>
            <a:ext cx="99060" cy="265430"/>
          </a:xfrm>
          <a:prstGeom prst="rect">
            <a:avLst/>
          </a:prstGeom>
        </p:spPr>
        <p:txBody>
          <a:bodyPr vert="horz" wrap="square" lIns="0" tIns="15875" rIns="0" bIns="0" rtlCol="0">
            <a:spAutoFit/>
          </a:bodyPr>
          <a:lstStyle/>
          <a:p>
            <a:pPr marL="12700">
              <a:lnSpc>
                <a:spcPct val="100000"/>
              </a:lnSpc>
              <a:spcBef>
                <a:spcPts val="125"/>
              </a:spcBef>
            </a:pPr>
            <a:r>
              <a:rPr sz="1550" spc="-50" dirty="0">
                <a:latin typeface="Trebuchet MS"/>
                <a:cs typeface="Trebuchet MS"/>
              </a:rPr>
              <a:t>.</a:t>
            </a:r>
            <a:endParaRPr sz="1550">
              <a:latin typeface="Trebuchet MS"/>
              <a:cs typeface="Trebuchet MS"/>
            </a:endParaRPr>
          </a:p>
        </p:txBody>
      </p:sp>
      <p:pic>
        <p:nvPicPr>
          <p:cNvPr id="9" name="object 9"/>
          <p:cNvPicPr/>
          <p:nvPr/>
        </p:nvPicPr>
        <p:blipFill>
          <a:blip r:embed="rId3" cstate="print"/>
          <a:stretch>
            <a:fillRect/>
          </a:stretch>
        </p:blipFill>
        <p:spPr>
          <a:xfrm>
            <a:off x="676275" y="6467475"/>
            <a:ext cx="2143125" cy="200025"/>
          </a:xfrm>
          <a:prstGeom prst="rect">
            <a:avLst/>
          </a:prstGeom>
        </p:spPr>
      </p:pic>
      <p:sp>
        <p:nvSpPr>
          <p:cNvPr id="11" name="object 11"/>
          <p:cNvSpPr txBox="1">
            <a:spLocks noGrp="1"/>
          </p:cNvSpPr>
          <p:nvPr>
            <p:ph type="sldNum" sz="quarter" idx="7"/>
          </p:nvPr>
        </p:nvSpPr>
        <p:spPr>
          <a:prstGeom prst="rect">
            <a:avLst/>
          </a:prstGeom>
        </p:spPr>
        <p:txBody>
          <a:bodyPr vert="horz" wrap="square" lIns="0" tIns="6985" rIns="0" bIns="0" rtlCol="0">
            <a:spAutoFit/>
          </a:bodyPr>
          <a:lstStyle/>
          <a:p>
            <a:pPr marL="38100">
              <a:lnSpc>
                <a:spcPct val="100000"/>
              </a:lnSpc>
              <a:spcBef>
                <a:spcPts val="55"/>
              </a:spcBef>
            </a:pPr>
            <a:fld id="{81D60167-4931-47E6-BA6A-407CBD079E47}" type="slidenum">
              <a:rPr spc="-25" dirty="0"/>
              <a:t>24</a:t>
            </a:fld>
            <a:endParaRPr spc="-2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79</TotalTime>
  <Words>492</Words>
  <Application>Microsoft Office PowerPoint</Application>
  <PresentationFormat>Widescreen</PresentationFormat>
  <Paragraphs>60</Paragraphs>
  <Slides>24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Trebuchet MS</vt:lpstr>
      <vt:lpstr>Wingdings</vt:lpstr>
      <vt:lpstr>Office Theme</vt:lpstr>
      <vt:lpstr>Project Title – Seasonal Agriculture Performance Analysis</vt:lpstr>
      <vt:lpstr>PROBLEM  STATEMENT</vt:lpstr>
      <vt:lpstr>Project Description  Research Objectives Quantify seasonal yield differentials across major crop cycles including Kharif, Rabi, and Summer (Zaid) to detect historical bottlenecks. Synthesize environmental indicators like seasonal rainfall anomalies, fertilizer intensity, and surface temperature against production metrics. Build automated data cleaning and statistical aggregation pipelines that transform unstructured historical records into actionable intelligence.  Methodological Scope Employs multivariate exploratory data analysis (EDA), anomaly detection, and regression algorithms to forecast seasonal performance. Generates interactive visualizations and heatmaps to aid stakeholders in pinpointing optimal planting schedules. Establishes an empirical baseline for data-backed crop selection, fertilizer allocation, and localized harvest planning.  </vt:lpstr>
      <vt:lpstr>WHO ARE THE END USERS?  Farmers &amp; FPOs Guides smallholder farmers and Producer Organizations on crop selection, sowing schedules, and seasonal resource budgeting to minimize yield losses.  Agritech Planners Enables government bodies and policy planners to prepare seasonal food security reserves, drought buffers, and minimum support prices.  Supply Chains Assists commodity buyers, cold storage facilities, and logistics firms in anticipating post-harvest volume spikes across seasonal corridors.  Agri-Researchers Supplies verified seasonal performance indices to agronomists studying crop resilience against erratic microclimate shifts. </vt:lpstr>
      <vt:lpstr>Technology Used  Python NumPy Matplotlib Seaborn </vt:lpstr>
      <vt:lpstr>RESULTS </vt:lpstr>
      <vt:lpstr>RESULTS</vt:lpstr>
      <vt:lpstr>RESULTS </vt:lpstr>
      <vt:lpstr>RESULTS</vt:lpstr>
      <vt:lpstr>RESULTS</vt:lpstr>
      <vt:lpstr>RESULTS</vt:lpstr>
      <vt:lpstr>RESULTS </vt:lpstr>
      <vt:lpstr>RESULTS </vt:lpstr>
      <vt:lpstr>RESULTS</vt:lpstr>
      <vt:lpstr>RESULTS </vt:lpstr>
      <vt:lpstr>RESULTS</vt:lpstr>
      <vt:lpstr>RESULTS</vt:lpstr>
      <vt:lpstr>RESULTS</vt:lpstr>
      <vt:lpstr>RESULTS</vt:lpstr>
      <vt:lpstr>RESULTS </vt:lpstr>
      <vt:lpstr>Future scope  Connect localized soil moisture probes and automated weather stations to stream micro-climate telemetry directly.  Deploy a localized voice-assisted mobile application enabling multilingual alerts directly to smallholder farmers. </vt:lpstr>
      <vt:lpstr>GitHub Link</vt:lpstr>
      <vt:lpstr>VOIS Course completion certificate - Course name- Data Visualization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Abhinav Prasad</cp:lastModifiedBy>
  <cp:revision>3</cp:revision>
  <dcterms:created xsi:type="dcterms:W3CDTF">2026-09-14T15:08:49Z</dcterms:created>
  <dcterms:modified xsi:type="dcterms:W3CDTF">2026-09-14T16:42:36Z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verter">
    <vt:lpwstr>SolidFramework v10.0.19910.1</vt:lpwstr>
  </property>
  <property fmtid="{D5CDD505-2E9C-101B-9397-08002B2CF9AE}" pid="3" name="Created">
    <vt:filetime>2026-09-14T00:00:00Z</vt:filetime>
  </property>
  <property fmtid="{D5CDD505-2E9C-101B-9397-08002B2CF9AE}" pid="4" name="LastSaved">
    <vt:filetime>2026-09-14T00:00:00Z</vt:filetime>
  </property>
</Properties>
</file>